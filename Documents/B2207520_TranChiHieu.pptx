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9" r:id="rId2"/>
    <p:sldMasterId id="2147483681" r:id="rId3"/>
  </p:sldMasterIdLst>
  <p:notesMasterIdLst>
    <p:notesMasterId r:id="rId61"/>
  </p:notesMasterIdLst>
  <p:sldIdLst>
    <p:sldId id="256" r:id="rId4"/>
    <p:sldId id="313" r:id="rId5"/>
    <p:sldId id="314" r:id="rId6"/>
    <p:sldId id="299" r:id="rId7"/>
    <p:sldId id="327" r:id="rId8"/>
    <p:sldId id="350" r:id="rId9"/>
    <p:sldId id="315" r:id="rId10"/>
    <p:sldId id="303" r:id="rId11"/>
    <p:sldId id="329" r:id="rId12"/>
    <p:sldId id="323" r:id="rId13"/>
    <p:sldId id="330" r:id="rId14"/>
    <p:sldId id="331" r:id="rId15"/>
    <p:sldId id="332" r:id="rId16"/>
    <p:sldId id="333" r:id="rId17"/>
    <p:sldId id="334" r:id="rId18"/>
    <p:sldId id="335" r:id="rId19"/>
    <p:sldId id="348" r:id="rId20"/>
    <p:sldId id="349" r:id="rId21"/>
    <p:sldId id="318" r:id="rId22"/>
    <p:sldId id="324" r:id="rId23"/>
    <p:sldId id="336" r:id="rId24"/>
    <p:sldId id="337" r:id="rId25"/>
    <p:sldId id="338" r:id="rId26"/>
    <p:sldId id="319" r:id="rId27"/>
    <p:sldId id="339" r:id="rId28"/>
    <p:sldId id="320" r:id="rId29"/>
    <p:sldId id="325" r:id="rId30"/>
    <p:sldId id="326" r:id="rId31"/>
    <p:sldId id="328" r:id="rId32"/>
    <p:sldId id="340" r:id="rId33"/>
    <p:sldId id="341" r:id="rId34"/>
    <p:sldId id="342" r:id="rId35"/>
    <p:sldId id="343" r:id="rId36"/>
    <p:sldId id="344" r:id="rId37"/>
    <p:sldId id="345" r:id="rId38"/>
    <p:sldId id="346" r:id="rId39"/>
    <p:sldId id="347" r:id="rId40"/>
    <p:sldId id="351" r:id="rId41"/>
    <p:sldId id="257" r:id="rId42"/>
    <p:sldId id="352" r:id="rId43"/>
    <p:sldId id="259" r:id="rId44"/>
    <p:sldId id="260" r:id="rId45"/>
    <p:sldId id="261"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355" r:id="rId59"/>
    <p:sldId id="354" r:id="rId60"/>
  </p:sldIdLst>
  <p:sldSz cx="12192000" cy="6858000"/>
  <p:notesSz cx="6858000" cy="9144000"/>
  <p:embeddedFontLst>
    <p:embeddedFont>
      <p:font typeface="Barlow" panose="00000500000000000000" pitchFamily="2" charset="0"/>
      <p:regular r:id="rId62"/>
      <p:bold r:id="rId63"/>
      <p:italic r:id="rId64"/>
      <p:boldItalic r:id="rId65"/>
    </p:embeddedFont>
    <p:embeddedFont>
      <p:font typeface="K2D" panose="00000500000000000000" pitchFamily="2" charset="-34"/>
      <p:regular r:id="rId66"/>
      <p:bold r:id="rId67"/>
      <p:italic r:id="rId68"/>
      <p:boldItalic r:id="rId69"/>
    </p:embeddedFont>
    <p:embeddedFont>
      <p:font typeface="Readex Pro" pitchFamily="2" charset="-78"/>
      <p:regular r:id="rId70"/>
      <p:bold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í Hiếu Trần" initials="CT" lastIdx="1" clrIdx="0">
    <p:extLst>
      <p:ext uri="{19B8F6BF-5375-455C-9EA6-DF929625EA0E}">
        <p15:presenceInfo xmlns:p15="http://schemas.microsoft.com/office/powerpoint/2012/main" userId="ea8cb9890cb9ad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6353" autoAdjust="0"/>
  </p:normalViewPr>
  <p:slideViewPr>
    <p:cSldViewPr snapToGrid="0">
      <p:cViewPr varScale="1">
        <p:scale>
          <a:sx n="73" d="100"/>
          <a:sy n="73" d="100"/>
        </p:scale>
        <p:origin x="821" y="72"/>
      </p:cViewPr>
      <p:guideLst/>
    </p:cSldViewPr>
  </p:slideViewPr>
  <p:outlineViewPr>
    <p:cViewPr>
      <p:scale>
        <a:sx n="33" d="100"/>
        <a:sy n="33" d="100"/>
      </p:scale>
      <p:origin x="0" y="-4613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2.fntdata"/><Relationship Id="rId68"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font" Target="fonts/font5.fntdata"/><Relationship Id="rId74"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3.fntdata"/><Relationship Id="rId69"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commentAuthors" Target="commentAuthor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font" Target="fonts/font6.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font" Target="fonts/font4.fntdata"/><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59279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61154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54942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50943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2633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06009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Độ chính xác (Precision):</a:t>
            </a:r>
            <a:r>
              <a:rPr lang="vi-VN"/>
              <a:t> 0.855 – Hạn chế tối đa việc nhận diện nhầm các vật thể khác thành biển hiệu. </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vi-VN" b="1"/>
              <a:t>Độ triệu hồi (Recall):</a:t>
            </a:r>
            <a:r>
              <a:rPr lang="vi-VN"/>
              <a:t> 0.824 – Khả năng quét sạch và không bỏ sót các biển hiệu có trong ảnh.</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83009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51311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7643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148477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215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82499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18516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49113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_white">
  <p:cSld name="Title Slide_white">
    <p:bg>
      <p:bgPr>
        <a:solidFill>
          <a:schemeClr val="lt1"/>
        </a:solidFill>
        <a:effectLst/>
      </p:bgPr>
    </p:bg>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0070C0"/>
              </a:buClr>
              <a:buSzPts val="4400"/>
              <a:buFont typeface="K2D"/>
              <a:buNone/>
              <a:defRPr sz="44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0070C0"/>
              </a:buClr>
              <a:buSzPts val="3200"/>
              <a:buNone/>
              <a:defRPr sz="3200">
                <a:solidFill>
                  <a:srgbClr val="0070C0"/>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dirty="0"/>
          </a:p>
        </p:txBody>
      </p:sp>
      <p:pic>
        <p:nvPicPr>
          <p:cNvPr id="18" name="Google Shape;18;p2"/>
          <p:cNvPicPr preferRelativeResize="0"/>
          <p:nvPr/>
        </p:nvPicPr>
        <p:blipFill rotWithShape="1">
          <a:blip r:embed="rId2">
            <a:alphaModFix/>
          </a:blip>
          <a:srcRect/>
          <a:stretch/>
        </p:blipFill>
        <p:spPr>
          <a:xfrm>
            <a:off x="5565071" y="682679"/>
            <a:ext cx="1061859" cy="1062177"/>
          </a:xfrm>
          <a:prstGeom prst="rect">
            <a:avLst/>
          </a:prstGeom>
          <a:noFill/>
          <a:ln>
            <a:noFill/>
          </a:ln>
        </p:spPr>
      </p:pic>
      <p:sp>
        <p:nvSpPr>
          <p:cNvPr id="19" name="Google Shape;19;p2"/>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rgbClr val="00AFEF"/>
              </a:buClr>
              <a:buSzPts val="2000"/>
              <a:buNone/>
              <a:defRPr sz="2000" b="0">
                <a:solidFill>
                  <a:srgbClr val="00AFEF"/>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 name="Google Shape;21;p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22" name="Google Shape;22;p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b="0" i="0" u="none" strike="noStrike" cap="none">
                <a:solidFill>
                  <a:schemeClr val="lt1"/>
                </a:solidFill>
                <a:latin typeface="K2D"/>
                <a:ea typeface="K2D"/>
                <a:cs typeface="K2D"/>
                <a:sym typeface="K2D"/>
              </a:rPr>
              <a:t>‹#›</a:t>
            </a:fld>
            <a:endParaRPr sz="1200" b="0" i="0" u="none" strike="noStrike" cap="none">
              <a:solidFill>
                <a:schemeClr val="lt1"/>
              </a:solidFill>
              <a:latin typeface="K2D"/>
              <a:ea typeface="K2D"/>
              <a:cs typeface="K2D"/>
              <a:sym typeface="K2D"/>
            </a:endParaRPr>
          </a:p>
        </p:txBody>
      </p:sp>
      <p:sp>
        <p:nvSpPr>
          <p:cNvPr id="23" name="Google Shape;23;p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grpSp>
        <p:nvGrpSpPr>
          <p:cNvPr id="24" name="Google Shape;24;p2"/>
          <p:cNvGrpSpPr/>
          <p:nvPr/>
        </p:nvGrpSpPr>
        <p:grpSpPr>
          <a:xfrm>
            <a:off x="817685" y="6410864"/>
            <a:ext cx="2760487" cy="403790"/>
            <a:chOff x="741485" y="6410864"/>
            <a:chExt cx="2760487" cy="403790"/>
          </a:xfrm>
        </p:grpSpPr>
        <p:sp>
          <p:nvSpPr>
            <p:cNvPr id="25" name="Google Shape;25;p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6" name="Google Shape;26;p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7" name="Google Shape;27;p2"/>
          <p:cNvSpPr txBox="1"/>
          <p:nvPr/>
        </p:nvSpPr>
        <p:spPr>
          <a:xfrm>
            <a:off x="10529591"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8" name="Google Shape;28;p2"/>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29" name="Google Shape;29;p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with logo">
  <p:cSld name="Title and Content with logo">
    <p:spTree>
      <p:nvGrpSpPr>
        <p:cNvPr id="1" name="Shape 47"/>
        <p:cNvGrpSpPr/>
        <p:nvPr/>
      </p:nvGrpSpPr>
      <p:grpSpPr>
        <a:xfrm>
          <a:off x="0" y="0"/>
          <a:ext cx="0" cy="0"/>
          <a:chOff x="0" y="0"/>
          <a:chExt cx="0" cy="0"/>
        </a:xfrm>
      </p:grpSpPr>
      <p:sp>
        <p:nvSpPr>
          <p:cNvPr id="48" name="Google Shape;48;p4"/>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just">
              <a:lnSpc>
                <a:spcPct val="100000"/>
              </a:lnSpc>
              <a:spcBef>
                <a:spcPts val="1200"/>
              </a:spcBef>
              <a:spcAft>
                <a:spcPts val="0"/>
              </a:spcAft>
              <a:buClr>
                <a:schemeClr val="dk1"/>
              </a:buClr>
              <a:buSzPts val="2400"/>
              <a:buNone/>
              <a:defRPr sz="2400">
                <a:latin typeface="Readex Pro"/>
                <a:ea typeface="Readex Pro"/>
                <a:cs typeface="Readex Pro"/>
                <a:sym typeface="Readex Pro"/>
              </a:defRPr>
            </a:lvl1pPr>
            <a:lvl2pPr marL="914400" lvl="1" indent="-228600" algn="just">
              <a:lnSpc>
                <a:spcPct val="100000"/>
              </a:lnSpc>
              <a:spcBef>
                <a:spcPts val="500"/>
              </a:spcBef>
              <a:spcAft>
                <a:spcPts val="0"/>
              </a:spcAft>
              <a:buClr>
                <a:schemeClr val="dk1"/>
              </a:buClr>
              <a:buSzPts val="2400"/>
              <a:buNone/>
              <a:defRPr sz="2400">
                <a:latin typeface="Readex Pro"/>
                <a:ea typeface="Readex Pro"/>
                <a:cs typeface="Readex Pro"/>
                <a:sym typeface="Readex Pro"/>
              </a:defRPr>
            </a:lvl2pPr>
            <a:lvl3pPr marL="1371600" lvl="2" indent="-228600" algn="just">
              <a:lnSpc>
                <a:spcPct val="100000"/>
              </a:lnSpc>
              <a:spcBef>
                <a:spcPts val="500"/>
              </a:spcBef>
              <a:spcAft>
                <a:spcPts val="0"/>
              </a:spcAft>
              <a:buClr>
                <a:schemeClr val="dk1"/>
              </a:buClr>
              <a:buSzPts val="2000"/>
              <a:buNone/>
              <a:defRPr sz="2000">
                <a:latin typeface="Readex Pro"/>
                <a:ea typeface="Readex Pro"/>
                <a:cs typeface="Readex Pro"/>
                <a:sym typeface="Readex Pro"/>
              </a:defRPr>
            </a:lvl3pPr>
            <a:lvl4pPr marL="1828800" lvl="3"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4pPr>
            <a:lvl5pPr marL="2286000" lvl="4"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0" name="Google Shape;50;p4"/>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51" name="Google Shape;51;p4"/>
          <p:cNvPicPr preferRelativeResize="0"/>
          <p:nvPr/>
        </p:nvPicPr>
        <p:blipFill rotWithShape="1">
          <a:blip r:embed="rId3">
            <a:alphaModFix/>
          </a:blip>
          <a:srcRect/>
          <a:stretch/>
        </p:blipFill>
        <p:spPr>
          <a:xfrm>
            <a:off x="478656" y="656757"/>
            <a:ext cx="292100" cy="292100"/>
          </a:xfrm>
          <a:prstGeom prst="rect">
            <a:avLst/>
          </a:prstGeom>
          <a:noFill/>
          <a:ln>
            <a:noFill/>
          </a:ln>
        </p:spPr>
      </p:pic>
      <p:pic>
        <p:nvPicPr>
          <p:cNvPr id="52" name="Google Shape;52;p4"/>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3" name="Google Shape;53;p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4" name="Google Shape;54;p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55" name="Google Shape;55;p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6" name="Google Shape;56;p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7" name="Google Shape;57;p4"/>
          <p:cNvGrpSpPr/>
          <p:nvPr/>
        </p:nvGrpSpPr>
        <p:grpSpPr>
          <a:xfrm>
            <a:off x="817685" y="6410864"/>
            <a:ext cx="2760487" cy="403790"/>
            <a:chOff x="741485" y="6410864"/>
            <a:chExt cx="2760487" cy="403790"/>
          </a:xfrm>
        </p:grpSpPr>
        <p:sp>
          <p:nvSpPr>
            <p:cNvPr id="58" name="Google Shape;58;p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9" name="Google Shape;59;p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60" name="Google Shape;60;p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61" name="Google Shape;61;p4"/>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62" name="Google Shape;62;p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1F5CAA"/>
        </a:solidFill>
        <a:effectLst/>
      </p:bgPr>
    </p:bg>
    <p:spTree>
      <p:nvGrpSpPr>
        <p:cNvPr id="1" name="Shape 83"/>
        <p:cNvGrpSpPr/>
        <p:nvPr/>
      </p:nvGrpSpPr>
      <p:grpSpPr>
        <a:xfrm>
          <a:off x="0" y="0"/>
          <a:ext cx="0" cy="0"/>
          <a:chOff x="0" y="0"/>
          <a:chExt cx="0" cy="0"/>
        </a:xfrm>
      </p:grpSpPr>
      <p:sp>
        <p:nvSpPr>
          <p:cNvPr id="84" name="Google Shape;84;p6"/>
          <p:cNvSpPr txBox="1">
            <a:spLocks noGrp="1"/>
          </p:cNvSpPr>
          <p:nvPr>
            <p:ph type="ctrTitle"/>
          </p:nvPr>
        </p:nvSpPr>
        <p:spPr>
          <a:xfrm>
            <a:off x="493144" y="2008231"/>
            <a:ext cx="11205713" cy="185531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K2D"/>
              <a:buNone/>
              <a:defRPr sz="44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6"/>
          <p:cNvSpPr txBox="1">
            <a:spLocks noGrp="1"/>
          </p:cNvSpPr>
          <p:nvPr>
            <p:ph type="subTitle" idx="1"/>
          </p:nvPr>
        </p:nvSpPr>
        <p:spPr>
          <a:xfrm>
            <a:off x="493144" y="3863542"/>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6"/>
          <p:cNvPicPr preferRelativeResize="0"/>
          <p:nvPr/>
        </p:nvPicPr>
        <p:blipFill rotWithShape="1">
          <a:blip r:embed="rId2">
            <a:alphaModFix/>
          </a:blip>
          <a:srcRect/>
          <a:stretch/>
        </p:blipFill>
        <p:spPr>
          <a:xfrm>
            <a:off x="5565071" y="682737"/>
            <a:ext cx="1061859" cy="1062060"/>
          </a:xfrm>
          <a:prstGeom prst="rect">
            <a:avLst/>
          </a:prstGeom>
          <a:noFill/>
          <a:ln>
            <a:noFill/>
          </a:ln>
        </p:spPr>
      </p:pic>
      <p:sp>
        <p:nvSpPr>
          <p:cNvPr id="87" name="Google Shape;87;p6"/>
          <p:cNvSpPr txBox="1">
            <a:spLocks noGrp="1"/>
          </p:cNvSpPr>
          <p:nvPr>
            <p:ph type="body" idx="2"/>
          </p:nvPr>
        </p:nvSpPr>
        <p:spPr>
          <a:xfrm>
            <a:off x="493144" y="4924425"/>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b="0">
                <a:solidFill>
                  <a:schemeClr val="lt1"/>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6"/>
          <p:cNvSpPr/>
          <p:nvPr/>
        </p:nvSpPr>
        <p:spPr>
          <a:xfrm>
            <a:off x="4998720" y="4782423"/>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89" name="Google Shape;89;p6"/>
          <p:cNvGrpSpPr/>
          <p:nvPr/>
        </p:nvGrpSpPr>
        <p:grpSpPr>
          <a:xfrm rot="5400000" flipH="1">
            <a:off x="11994349" y="89858"/>
            <a:ext cx="108319" cy="107166"/>
            <a:chOff x="9886950" y="442913"/>
            <a:chExt cx="216694" cy="214386"/>
          </a:xfrm>
        </p:grpSpPr>
        <p:sp>
          <p:nvSpPr>
            <p:cNvPr id="90" name="Google Shape;90;p6"/>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1" name="Google Shape;91;p6"/>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6"/>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93" name="Google Shape;93;p6"/>
          <p:cNvPicPr preferRelativeResize="0"/>
          <p:nvPr/>
        </p:nvPicPr>
        <p:blipFill rotWithShape="1">
          <a:blip r:embed="rId3">
            <a:alphaModFix/>
          </a:blip>
          <a:srcRect/>
          <a:stretch/>
        </p:blipFill>
        <p:spPr>
          <a:xfrm>
            <a:off x="2585036" y="6478829"/>
            <a:ext cx="9326880" cy="118101"/>
          </a:xfrm>
          <a:prstGeom prst="rect">
            <a:avLst/>
          </a:prstGeom>
          <a:noFill/>
          <a:ln>
            <a:noFill/>
          </a:ln>
        </p:spPr>
      </p:pic>
      <p:sp>
        <p:nvSpPr>
          <p:cNvPr id="94" name="Google Shape;94;p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95" name="Google Shape;95;p6"/>
          <p:cNvSpPr/>
          <p:nvPr/>
        </p:nvSpPr>
        <p:spPr>
          <a:xfrm>
            <a:off x="159150" y="6474525"/>
            <a:ext cx="653867" cy="298450"/>
          </a:xfrm>
          <a:prstGeom prst="rect">
            <a:avLst/>
          </a:prstGeom>
          <a:solidFill>
            <a:srgbClr val="27AC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grpSp>
        <p:nvGrpSpPr>
          <p:cNvPr id="96" name="Google Shape;96;p6"/>
          <p:cNvGrpSpPr/>
          <p:nvPr/>
        </p:nvGrpSpPr>
        <p:grpSpPr>
          <a:xfrm>
            <a:off x="817685" y="6410864"/>
            <a:ext cx="2760487" cy="403790"/>
            <a:chOff x="741485" y="6410864"/>
            <a:chExt cx="2760487" cy="403790"/>
          </a:xfrm>
        </p:grpSpPr>
        <p:sp>
          <p:nvSpPr>
            <p:cNvPr id="97" name="Google Shape;97;p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98" name="Google Shape;98;p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99" name="Google Shape;99;p6"/>
          <p:cNvSpPr txBox="1"/>
          <p:nvPr/>
        </p:nvSpPr>
        <p:spPr>
          <a:xfrm>
            <a:off x="10529596" y="6467840"/>
            <a:ext cx="14830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sp>
        <p:nvSpPr>
          <p:cNvPr id="100" name="Google Shape;100;p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childTnLst>
                                </p:cTn>
                              </p:par>
                              <p:par>
                                <p:cTn id="8" presetID="10" presetClass="entr" presetSubtype="0" fill="hold" nodeType="withEffect">
                                  <p:stCondLst>
                                    <p:cond delay="0"/>
                                  </p:stCondLst>
                                  <p:childTnLst>
                                    <p:set>
                                      <p:cBhvr>
                                        <p:cTn id="9" dur="1" fill="hold">
                                          <p:stCondLst>
                                            <p:cond delay="0"/>
                                          </p:stCondLst>
                                        </p:cTn>
                                        <p:tgtEl>
                                          <p:spTgt spid="85">
                                            <p:txEl>
                                              <p:pRg st="0" end="0"/>
                                            </p:txEl>
                                          </p:spTgt>
                                        </p:tgtEl>
                                        <p:attrNameLst>
                                          <p:attrName>style.visibility</p:attrName>
                                        </p:attrNameLst>
                                      </p:cBhvr>
                                      <p:to>
                                        <p:strVal val="visible"/>
                                      </p:to>
                                    </p:set>
                                    <p:animEffect transition="in" filter="fade">
                                      <p:cBhvr>
                                        <p:cTn id="10" dur="1000"/>
                                        <p:tgtEl>
                                          <p:spTgt spid="8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5">
                                            <p:txEl>
                                              <p:charRg st="1" end="1"/>
                                            </p:txEl>
                                          </p:spTgt>
                                        </p:tgtEl>
                                        <p:attrNameLst>
                                          <p:attrName>style.visibility</p:attrName>
                                        </p:attrNameLst>
                                      </p:cBhvr>
                                      <p:to>
                                        <p:strVal val="visible"/>
                                      </p:to>
                                    </p:set>
                                    <p:animEffect transition="in" filter="fade">
                                      <p:cBhvr>
                                        <p:cTn id="13" dur="1000"/>
                                        <p:tgtEl>
                                          <p:spTgt spid="85">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5">
                                            <p:txEl>
                                              <p:charRg st="1" end="1"/>
                                            </p:txEl>
                                          </p:spTgt>
                                        </p:tgtEl>
                                        <p:attrNameLst>
                                          <p:attrName>style.visibility</p:attrName>
                                        </p:attrNameLst>
                                      </p:cBhvr>
                                      <p:to>
                                        <p:strVal val="visible"/>
                                      </p:to>
                                    </p:set>
                                    <p:animEffect transition="in" filter="fade">
                                      <p:cBhvr>
                                        <p:cTn id="16" dur="1000"/>
                                        <p:tgtEl>
                                          <p:spTgt spid="85">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5">
                                            <p:txEl>
                                              <p:charRg st="1" end="1"/>
                                            </p:txEl>
                                          </p:spTgt>
                                        </p:tgtEl>
                                        <p:attrNameLst>
                                          <p:attrName>style.visibility</p:attrName>
                                        </p:attrNameLst>
                                      </p:cBhvr>
                                      <p:to>
                                        <p:strVal val="visible"/>
                                      </p:to>
                                    </p:set>
                                    <p:animEffect transition="in" filter="fade">
                                      <p:cBhvr>
                                        <p:cTn id="19" dur="1000"/>
                                        <p:tgtEl>
                                          <p:spTgt spid="85">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85">
                                            <p:txEl>
                                              <p:charRg st="1" end="1"/>
                                            </p:txEl>
                                          </p:spTgt>
                                        </p:tgtEl>
                                        <p:attrNameLst>
                                          <p:attrName>style.visibility</p:attrName>
                                        </p:attrNameLst>
                                      </p:cBhvr>
                                      <p:to>
                                        <p:strVal val="visible"/>
                                      </p:to>
                                    </p:set>
                                    <p:animEffect transition="in" filter="fade">
                                      <p:cBhvr>
                                        <p:cTn id="22" dur="1000"/>
                                        <p:tgtEl>
                                          <p:spTgt spid="85">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85">
                                            <p:txEl>
                                              <p:charRg st="1" end="1"/>
                                            </p:txEl>
                                          </p:spTgt>
                                        </p:tgtEl>
                                        <p:attrNameLst>
                                          <p:attrName>style.visibility</p:attrName>
                                        </p:attrNameLst>
                                      </p:cBhvr>
                                      <p:to>
                                        <p:strVal val="visible"/>
                                      </p:to>
                                    </p:set>
                                    <p:animEffect transition="in" filter="fade">
                                      <p:cBhvr>
                                        <p:cTn id="25" dur="1000"/>
                                        <p:tgtEl>
                                          <p:spTgt spid="85">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85">
                                            <p:txEl>
                                              <p:charRg st="1" end="1"/>
                                            </p:txEl>
                                          </p:spTgt>
                                        </p:tgtEl>
                                        <p:attrNameLst>
                                          <p:attrName>style.visibility</p:attrName>
                                        </p:attrNameLst>
                                      </p:cBhvr>
                                      <p:to>
                                        <p:strVal val="visible"/>
                                      </p:to>
                                    </p:set>
                                    <p:animEffect transition="in" filter="fade">
                                      <p:cBhvr>
                                        <p:cTn id="28" dur="1000"/>
                                        <p:tgtEl>
                                          <p:spTgt spid="85">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85">
                                            <p:txEl>
                                              <p:charRg st="1" end="1"/>
                                            </p:txEl>
                                          </p:spTgt>
                                        </p:tgtEl>
                                        <p:attrNameLst>
                                          <p:attrName>style.visibility</p:attrName>
                                        </p:attrNameLst>
                                      </p:cBhvr>
                                      <p:to>
                                        <p:strVal val="visible"/>
                                      </p:to>
                                    </p:set>
                                    <p:animEffect transition="in" filter="fade">
                                      <p:cBhvr>
                                        <p:cTn id="31" dur="1000"/>
                                        <p:tgtEl>
                                          <p:spTgt spid="85">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85">
                                            <p:txEl>
                                              <p:charRg st="1" end="1"/>
                                            </p:txEl>
                                          </p:spTgt>
                                        </p:tgtEl>
                                        <p:attrNameLst>
                                          <p:attrName>style.visibility</p:attrName>
                                        </p:attrNameLst>
                                      </p:cBhvr>
                                      <p:to>
                                        <p:strVal val="visible"/>
                                      </p:to>
                                    </p:set>
                                    <p:animEffect transition="in" filter="fade">
                                      <p:cBhvr>
                                        <p:cTn id="34" dur="1000"/>
                                        <p:tgtEl>
                                          <p:spTgt spid="85">
                                            <p:txEl>
                                              <p:charRg st="1" end="1"/>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88"/>
                                        </p:tgtEl>
                                        <p:attrNameLst>
                                          <p:attrName>style.visibility</p:attrName>
                                        </p:attrNameLst>
                                      </p:cBhvr>
                                      <p:to>
                                        <p:strVal val="visible"/>
                                      </p:to>
                                    </p:set>
                                    <p:animEffect transition="in" filter="fade">
                                      <p:cBhvr>
                                        <p:cTn id="38" dur="1250"/>
                                        <p:tgtEl>
                                          <p:spTgt spid="88"/>
                                        </p:tgtEl>
                                      </p:cBhvr>
                                    </p:animEffect>
                                  </p:childTnLst>
                                </p:cTn>
                              </p:par>
                              <p:par>
                                <p:cTn id="39" presetID="10" presetClass="entr" presetSubtype="0" fill="hold" nodeType="withEffect">
                                  <p:stCondLst>
                                    <p:cond delay="0"/>
                                  </p:stCondLst>
                                  <p:childTnLst>
                                    <p:set>
                                      <p:cBhvr>
                                        <p:cTn id="40" dur="1" fill="hold">
                                          <p:stCondLst>
                                            <p:cond delay="0"/>
                                          </p:stCondLst>
                                        </p:cTn>
                                        <p:tgtEl>
                                          <p:spTgt spid="87">
                                            <p:txEl>
                                              <p:pRg st="0" end="0"/>
                                            </p:txEl>
                                          </p:spTgt>
                                        </p:tgtEl>
                                        <p:attrNameLst>
                                          <p:attrName>style.visibility</p:attrName>
                                        </p:attrNameLst>
                                      </p:cBhvr>
                                      <p:to>
                                        <p:strVal val="visible"/>
                                      </p:to>
                                    </p:set>
                                    <p:animEffect transition="in" filter="fade">
                                      <p:cBhvr>
                                        <p:cTn id="41" dur="1000"/>
                                        <p:tgtEl>
                                          <p:spTgt spid="87">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87">
                                            <p:txEl>
                                              <p:charRg st="1" end="1"/>
                                            </p:txEl>
                                          </p:spTgt>
                                        </p:tgtEl>
                                        <p:attrNameLst>
                                          <p:attrName>style.visibility</p:attrName>
                                        </p:attrNameLst>
                                      </p:cBhvr>
                                      <p:to>
                                        <p:strVal val="visible"/>
                                      </p:to>
                                    </p:set>
                                    <p:animEffect transition="in" filter="fade">
                                      <p:cBhvr>
                                        <p:cTn id="44" dur="1000"/>
                                        <p:tgtEl>
                                          <p:spTgt spid="87">
                                            <p:txEl>
                                              <p:char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87">
                                            <p:txEl>
                                              <p:charRg st="1" end="1"/>
                                            </p:txEl>
                                          </p:spTgt>
                                        </p:tgtEl>
                                        <p:attrNameLst>
                                          <p:attrName>style.visibility</p:attrName>
                                        </p:attrNameLst>
                                      </p:cBhvr>
                                      <p:to>
                                        <p:strVal val="visible"/>
                                      </p:to>
                                    </p:set>
                                    <p:animEffect transition="in" filter="fade">
                                      <p:cBhvr>
                                        <p:cTn id="47" dur="1000"/>
                                        <p:tgtEl>
                                          <p:spTgt spid="87">
                                            <p:txEl>
                                              <p:charRg st="1" end="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87">
                                            <p:txEl>
                                              <p:charRg st="1" end="1"/>
                                            </p:txEl>
                                          </p:spTgt>
                                        </p:tgtEl>
                                        <p:attrNameLst>
                                          <p:attrName>style.visibility</p:attrName>
                                        </p:attrNameLst>
                                      </p:cBhvr>
                                      <p:to>
                                        <p:strVal val="visible"/>
                                      </p:to>
                                    </p:set>
                                    <p:animEffect transition="in" filter="fade">
                                      <p:cBhvr>
                                        <p:cTn id="50" dur="1000"/>
                                        <p:tgtEl>
                                          <p:spTgt spid="87">
                                            <p:txEl>
                                              <p:charRg st="1" end="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87">
                                            <p:txEl>
                                              <p:charRg st="1" end="1"/>
                                            </p:txEl>
                                          </p:spTgt>
                                        </p:tgtEl>
                                        <p:attrNameLst>
                                          <p:attrName>style.visibility</p:attrName>
                                        </p:attrNameLst>
                                      </p:cBhvr>
                                      <p:to>
                                        <p:strVal val="visible"/>
                                      </p:to>
                                    </p:set>
                                    <p:animEffect transition="in" filter="fade">
                                      <p:cBhvr>
                                        <p:cTn id="53" dur="1000"/>
                                        <p:tgtEl>
                                          <p:spTgt spid="87">
                                            <p:txEl>
                                              <p:charRg st="1" end="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87">
                                            <p:txEl>
                                              <p:charRg st="1" end="1"/>
                                            </p:txEl>
                                          </p:spTgt>
                                        </p:tgtEl>
                                        <p:attrNameLst>
                                          <p:attrName>style.visibility</p:attrName>
                                        </p:attrNameLst>
                                      </p:cBhvr>
                                      <p:to>
                                        <p:strVal val="visible"/>
                                      </p:to>
                                    </p:set>
                                    <p:animEffect transition="in" filter="fade">
                                      <p:cBhvr>
                                        <p:cTn id="56" dur="1000"/>
                                        <p:tgtEl>
                                          <p:spTgt spid="87">
                                            <p:txEl>
                                              <p:charRg st="1" end="1"/>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87">
                                            <p:txEl>
                                              <p:charRg st="1" end="1"/>
                                            </p:txEl>
                                          </p:spTgt>
                                        </p:tgtEl>
                                        <p:attrNameLst>
                                          <p:attrName>style.visibility</p:attrName>
                                        </p:attrNameLst>
                                      </p:cBhvr>
                                      <p:to>
                                        <p:strVal val="visible"/>
                                      </p:to>
                                    </p:set>
                                    <p:animEffect transition="in" filter="fade">
                                      <p:cBhvr>
                                        <p:cTn id="59" dur="1000"/>
                                        <p:tgtEl>
                                          <p:spTgt spid="87">
                                            <p:txEl>
                                              <p:char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87">
                                            <p:txEl>
                                              <p:charRg st="1" end="1"/>
                                            </p:txEl>
                                          </p:spTgt>
                                        </p:tgtEl>
                                        <p:attrNameLst>
                                          <p:attrName>style.visibility</p:attrName>
                                        </p:attrNameLst>
                                      </p:cBhvr>
                                      <p:to>
                                        <p:strVal val="visible"/>
                                      </p:to>
                                    </p:set>
                                    <p:animEffect transition="in" filter="fade">
                                      <p:cBhvr>
                                        <p:cTn id="62" dur="1000"/>
                                        <p:tgtEl>
                                          <p:spTgt spid="87">
                                            <p:txEl>
                                              <p:charRg st="1" end="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87">
                                            <p:txEl>
                                              <p:charRg st="1" end="1"/>
                                            </p:txEl>
                                          </p:spTgt>
                                        </p:tgtEl>
                                        <p:attrNameLst>
                                          <p:attrName>style.visibility</p:attrName>
                                        </p:attrNameLst>
                                      </p:cBhvr>
                                      <p:to>
                                        <p:strVal val="visible"/>
                                      </p:to>
                                    </p:set>
                                    <p:animEffect transition="in" filter="fade">
                                      <p:cBhvr>
                                        <p:cTn id="65" dur="1000"/>
                                        <p:tgtEl>
                                          <p:spTgt spid="8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no logo">
  <p:cSld name="Title Slide no logo">
    <p:bg>
      <p:bgPr>
        <a:solidFill>
          <a:srgbClr val="1F5CAA"/>
        </a:solidFill>
        <a:effectLst/>
      </p:bgPr>
    </p:bg>
    <p:spTree>
      <p:nvGrpSpPr>
        <p:cNvPr id="1" name="Shape 102"/>
        <p:cNvGrpSpPr/>
        <p:nvPr/>
      </p:nvGrpSpPr>
      <p:grpSpPr>
        <a:xfrm>
          <a:off x="0" y="0"/>
          <a:ext cx="0" cy="0"/>
          <a:chOff x="0" y="0"/>
          <a:chExt cx="0" cy="0"/>
        </a:xfrm>
      </p:grpSpPr>
      <p:sp>
        <p:nvSpPr>
          <p:cNvPr id="103" name="Google Shape;103;p7"/>
          <p:cNvSpPr txBox="1">
            <a:spLocks noGrp="1"/>
          </p:cNvSpPr>
          <p:nvPr>
            <p:ph type="ctrTitle"/>
          </p:nvPr>
        </p:nvSpPr>
        <p:spPr>
          <a:xfrm>
            <a:off x="493144" y="686872"/>
            <a:ext cx="11205713" cy="2200204"/>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K2D"/>
              <a:buNone/>
              <a:defRPr sz="44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
          <p:cNvSpPr txBox="1">
            <a:spLocks noGrp="1"/>
          </p:cNvSpPr>
          <p:nvPr>
            <p:ph type="subTitle" idx="1"/>
          </p:nvPr>
        </p:nvSpPr>
        <p:spPr>
          <a:xfrm>
            <a:off x="493144" y="2887077"/>
            <a:ext cx="11205713" cy="103670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3200"/>
              <a:buNone/>
              <a:defRPr sz="320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5" name="Google Shape;105;p7"/>
          <p:cNvSpPr txBox="1">
            <a:spLocks noGrp="1"/>
          </p:cNvSpPr>
          <p:nvPr>
            <p:ph type="body" idx="2"/>
          </p:nvPr>
        </p:nvSpPr>
        <p:spPr>
          <a:xfrm>
            <a:off x="493144" y="3947960"/>
            <a:ext cx="11205713" cy="492125"/>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1000"/>
              </a:spcBef>
              <a:spcAft>
                <a:spcPts val="0"/>
              </a:spcAft>
              <a:buClr>
                <a:schemeClr val="lt1"/>
              </a:buClr>
              <a:buSzPts val="2000"/>
              <a:buNone/>
              <a:defRPr sz="2000" b="0">
                <a:solidFill>
                  <a:schemeClr val="lt1"/>
                </a:solidFill>
                <a:latin typeface="Readex Pro"/>
                <a:ea typeface="Readex Pro"/>
                <a:cs typeface="Readex Pro"/>
                <a:sym typeface="Readex Pro"/>
              </a:defRPr>
            </a:lvl1pPr>
            <a:lvl2pPr marL="914400" lvl="1" indent="-228600" algn="l">
              <a:lnSpc>
                <a:spcPct val="90000"/>
              </a:lnSpc>
              <a:spcBef>
                <a:spcPts val="500"/>
              </a:spcBef>
              <a:spcAft>
                <a:spcPts val="0"/>
              </a:spcAft>
              <a:buClr>
                <a:schemeClr val="lt1"/>
              </a:buClr>
              <a:buSzPts val="1400"/>
              <a:buNone/>
              <a:defRPr sz="1400">
                <a:solidFill>
                  <a:schemeClr val="lt1"/>
                </a:solidFill>
                <a:latin typeface="Barlow"/>
                <a:ea typeface="Barlow"/>
                <a:cs typeface="Barlow"/>
                <a:sym typeface="Barlow"/>
              </a:defRPr>
            </a:lvl2pPr>
            <a:lvl3pPr marL="1371600" lvl="2" indent="-228600" algn="l">
              <a:lnSpc>
                <a:spcPct val="90000"/>
              </a:lnSpc>
              <a:spcBef>
                <a:spcPts val="500"/>
              </a:spcBef>
              <a:spcAft>
                <a:spcPts val="0"/>
              </a:spcAft>
              <a:buClr>
                <a:schemeClr val="lt1"/>
              </a:buClr>
              <a:buSzPts val="1200"/>
              <a:buNone/>
              <a:defRPr sz="1200">
                <a:solidFill>
                  <a:schemeClr val="lt1"/>
                </a:solidFill>
                <a:latin typeface="Barlow"/>
                <a:ea typeface="Barlow"/>
                <a:cs typeface="Barlow"/>
                <a:sym typeface="Barlow"/>
              </a:defRPr>
            </a:lvl3pPr>
            <a:lvl4pPr marL="1828800" lvl="3"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4pPr>
            <a:lvl5pPr marL="2286000" lvl="4" indent="-228600" algn="l">
              <a:lnSpc>
                <a:spcPct val="90000"/>
              </a:lnSpc>
              <a:spcBef>
                <a:spcPts val="500"/>
              </a:spcBef>
              <a:spcAft>
                <a:spcPts val="0"/>
              </a:spcAft>
              <a:buClr>
                <a:schemeClr val="lt1"/>
              </a:buClr>
              <a:buSzPts val="1100"/>
              <a:buNone/>
              <a:defRPr sz="1100">
                <a:solidFill>
                  <a:schemeClr val="lt1"/>
                </a:solidFill>
                <a:latin typeface="Barlow"/>
                <a:ea typeface="Barlow"/>
                <a:cs typeface="Barlow"/>
                <a:sym typeface="Barlow"/>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7"/>
          <p:cNvSpPr/>
          <p:nvPr/>
        </p:nvSpPr>
        <p:spPr>
          <a:xfrm>
            <a:off x="4998720" y="3805958"/>
            <a:ext cx="2194560" cy="27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107" name="Google Shape;107;p7"/>
          <p:cNvGrpSpPr/>
          <p:nvPr/>
        </p:nvGrpSpPr>
        <p:grpSpPr>
          <a:xfrm rot="5400000" flipH="1">
            <a:off x="11994349" y="89858"/>
            <a:ext cx="108319" cy="107166"/>
            <a:chOff x="9886950" y="442913"/>
            <a:chExt cx="216694" cy="214386"/>
          </a:xfrm>
        </p:grpSpPr>
        <p:sp>
          <p:nvSpPr>
            <p:cNvPr id="108" name="Google Shape;108;p7"/>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9" name="Google Shape;109;p7"/>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 name="Google Shape;110;p7"/>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111" name="Google Shape;111;p7"/>
          <p:cNvPicPr preferRelativeResize="0"/>
          <p:nvPr/>
        </p:nvPicPr>
        <p:blipFill rotWithShape="1">
          <a:blip r:embed="rId2">
            <a:alphaModFix/>
          </a:blip>
          <a:srcRect/>
          <a:stretch/>
        </p:blipFill>
        <p:spPr>
          <a:xfrm>
            <a:off x="2585036" y="6478829"/>
            <a:ext cx="9326880" cy="118101"/>
          </a:xfrm>
          <a:prstGeom prst="rect">
            <a:avLst/>
          </a:prstGeom>
          <a:noFill/>
          <a:ln>
            <a:noFill/>
          </a:ln>
        </p:spPr>
      </p:pic>
      <p:sp>
        <p:nvSpPr>
          <p:cNvPr id="112" name="Google Shape;112;p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13" name="Google Shape;113;p7"/>
          <p:cNvSpPr/>
          <p:nvPr/>
        </p:nvSpPr>
        <p:spPr>
          <a:xfrm>
            <a:off x="159150" y="6474525"/>
            <a:ext cx="653867" cy="298450"/>
          </a:xfrm>
          <a:prstGeom prst="rect">
            <a:avLst/>
          </a:prstGeom>
          <a:solidFill>
            <a:srgbClr val="27ACE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grpSp>
        <p:nvGrpSpPr>
          <p:cNvPr id="114" name="Google Shape;114;p7"/>
          <p:cNvGrpSpPr/>
          <p:nvPr/>
        </p:nvGrpSpPr>
        <p:grpSpPr>
          <a:xfrm>
            <a:off x="817685" y="6410864"/>
            <a:ext cx="2760487" cy="403790"/>
            <a:chOff x="741485" y="6410864"/>
            <a:chExt cx="2760487" cy="403790"/>
          </a:xfrm>
        </p:grpSpPr>
        <p:sp>
          <p:nvSpPr>
            <p:cNvPr id="115" name="Google Shape;115;p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116" name="Google Shape;116;p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117" name="Google Shape;117;p7"/>
          <p:cNvSpPr txBox="1"/>
          <p:nvPr/>
        </p:nvSpPr>
        <p:spPr>
          <a:xfrm>
            <a:off x="10529596" y="6467840"/>
            <a:ext cx="148309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sp>
        <p:nvSpPr>
          <p:cNvPr id="118" name="Google Shape;118;p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childTnLst>
                                </p:cTn>
                              </p:par>
                              <p:par>
                                <p:cTn id="8" presetID="10" presetClass="entr" presetSubtype="0" fill="hold" nodeType="withEffect">
                                  <p:stCondLst>
                                    <p:cond delay="0"/>
                                  </p:stCondLst>
                                  <p:childTnLst>
                                    <p:set>
                                      <p:cBhvr>
                                        <p:cTn id="9" dur="1" fill="hold">
                                          <p:stCondLst>
                                            <p:cond delay="0"/>
                                          </p:stCondLst>
                                        </p:cTn>
                                        <p:tgtEl>
                                          <p:spTgt spid="104">
                                            <p:txEl>
                                              <p:pRg st="0" end="0"/>
                                            </p:txEl>
                                          </p:spTgt>
                                        </p:tgtEl>
                                        <p:attrNameLst>
                                          <p:attrName>style.visibility</p:attrName>
                                        </p:attrNameLst>
                                      </p:cBhvr>
                                      <p:to>
                                        <p:strVal val="visible"/>
                                      </p:to>
                                    </p:set>
                                    <p:animEffect transition="in" filter="fade">
                                      <p:cBhvr>
                                        <p:cTn id="10" dur="1000"/>
                                        <p:tgtEl>
                                          <p:spTgt spid="104">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4">
                                            <p:txEl>
                                              <p:charRg st="1" end="1"/>
                                            </p:txEl>
                                          </p:spTgt>
                                        </p:tgtEl>
                                        <p:attrNameLst>
                                          <p:attrName>style.visibility</p:attrName>
                                        </p:attrNameLst>
                                      </p:cBhvr>
                                      <p:to>
                                        <p:strVal val="visible"/>
                                      </p:to>
                                    </p:set>
                                    <p:animEffect transition="in" filter="fade">
                                      <p:cBhvr>
                                        <p:cTn id="13" dur="1000"/>
                                        <p:tgtEl>
                                          <p:spTgt spid="104">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4">
                                            <p:txEl>
                                              <p:charRg st="1" end="1"/>
                                            </p:txEl>
                                          </p:spTgt>
                                        </p:tgtEl>
                                        <p:attrNameLst>
                                          <p:attrName>style.visibility</p:attrName>
                                        </p:attrNameLst>
                                      </p:cBhvr>
                                      <p:to>
                                        <p:strVal val="visible"/>
                                      </p:to>
                                    </p:set>
                                    <p:animEffect transition="in" filter="fade">
                                      <p:cBhvr>
                                        <p:cTn id="16" dur="1000"/>
                                        <p:tgtEl>
                                          <p:spTgt spid="104">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4">
                                            <p:txEl>
                                              <p:charRg st="1" end="1"/>
                                            </p:txEl>
                                          </p:spTgt>
                                        </p:tgtEl>
                                        <p:attrNameLst>
                                          <p:attrName>style.visibility</p:attrName>
                                        </p:attrNameLst>
                                      </p:cBhvr>
                                      <p:to>
                                        <p:strVal val="visible"/>
                                      </p:to>
                                    </p:set>
                                    <p:animEffect transition="in" filter="fade">
                                      <p:cBhvr>
                                        <p:cTn id="19" dur="1000"/>
                                        <p:tgtEl>
                                          <p:spTgt spid="104">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04">
                                            <p:txEl>
                                              <p:charRg st="1" end="1"/>
                                            </p:txEl>
                                          </p:spTgt>
                                        </p:tgtEl>
                                        <p:attrNameLst>
                                          <p:attrName>style.visibility</p:attrName>
                                        </p:attrNameLst>
                                      </p:cBhvr>
                                      <p:to>
                                        <p:strVal val="visible"/>
                                      </p:to>
                                    </p:set>
                                    <p:animEffect transition="in" filter="fade">
                                      <p:cBhvr>
                                        <p:cTn id="22" dur="1000"/>
                                        <p:tgtEl>
                                          <p:spTgt spid="104">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04">
                                            <p:txEl>
                                              <p:charRg st="1" end="1"/>
                                            </p:txEl>
                                          </p:spTgt>
                                        </p:tgtEl>
                                        <p:attrNameLst>
                                          <p:attrName>style.visibility</p:attrName>
                                        </p:attrNameLst>
                                      </p:cBhvr>
                                      <p:to>
                                        <p:strVal val="visible"/>
                                      </p:to>
                                    </p:set>
                                    <p:animEffect transition="in" filter="fade">
                                      <p:cBhvr>
                                        <p:cTn id="25" dur="1000"/>
                                        <p:tgtEl>
                                          <p:spTgt spid="104">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04">
                                            <p:txEl>
                                              <p:charRg st="1" end="1"/>
                                            </p:txEl>
                                          </p:spTgt>
                                        </p:tgtEl>
                                        <p:attrNameLst>
                                          <p:attrName>style.visibility</p:attrName>
                                        </p:attrNameLst>
                                      </p:cBhvr>
                                      <p:to>
                                        <p:strVal val="visible"/>
                                      </p:to>
                                    </p:set>
                                    <p:animEffect transition="in" filter="fade">
                                      <p:cBhvr>
                                        <p:cTn id="28" dur="1000"/>
                                        <p:tgtEl>
                                          <p:spTgt spid="104">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4">
                                            <p:txEl>
                                              <p:charRg st="1" end="1"/>
                                            </p:txEl>
                                          </p:spTgt>
                                        </p:tgtEl>
                                        <p:attrNameLst>
                                          <p:attrName>style.visibility</p:attrName>
                                        </p:attrNameLst>
                                      </p:cBhvr>
                                      <p:to>
                                        <p:strVal val="visible"/>
                                      </p:to>
                                    </p:set>
                                    <p:animEffect transition="in" filter="fade">
                                      <p:cBhvr>
                                        <p:cTn id="31" dur="1000"/>
                                        <p:tgtEl>
                                          <p:spTgt spid="104">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04">
                                            <p:txEl>
                                              <p:charRg st="1" end="1"/>
                                            </p:txEl>
                                          </p:spTgt>
                                        </p:tgtEl>
                                        <p:attrNameLst>
                                          <p:attrName>style.visibility</p:attrName>
                                        </p:attrNameLst>
                                      </p:cBhvr>
                                      <p:to>
                                        <p:strVal val="visible"/>
                                      </p:to>
                                    </p:set>
                                    <p:animEffect transition="in" filter="fade">
                                      <p:cBhvr>
                                        <p:cTn id="34" dur="1000"/>
                                        <p:tgtEl>
                                          <p:spTgt spid="104">
                                            <p:txEl>
                                              <p:charRg st="1" end="1"/>
                                            </p:txEl>
                                          </p:spTgt>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106"/>
                                        </p:tgtEl>
                                        <p:attrNameLst>
                                          <p:attrName>style.visibility</p:attrName>
                                        </p:attrNameLst>
                                      </p:cBhvr>
                                      <p:to>
                                        <p:strVal val="visible"/>
                                      </p:to>
                                    </p:set>
                                    <p:animEffect transition="in" filter="fade">
                                      <p:cBhvr>
                                        <p:cTn id="38" dur="1250"/>
                                        <p:tgtEl>
                                          <p:spTgt spid="106"/>
                                        </p:tgtEl>
                                      </p:cBhvr>
                                    </p:animEffect>
                                  </p:childTnLst>
                                </p:cTn>
                              </p:par>
                              <p:par>
                                <p:cTn id="39" presetID="10" presetClass="entr" presetSubtype="0" fill="hold" nodeType="withEffect">
                                  <p:stCondLst>
                                    <p:cond delay="0"/>
                                  </p:stCondLst>
                                  <p:childTnLst>
                                    <p:set>
                                      <p:cBhvr>
                                        <p:cTn id="40" dur="1" fill="hold">
                                          <p:stCondLst>
                                            <p:cond delay="0"/>
                                          </p:stCondLst>
                                        </p:cTn>
                                        <p:tgtEl>
                                          <p:spTgt spid="105">
                                            <p:txEl>
                                              <p:pRg st="0" end="0"/>
                                            </p:txEl>
                                          </p:spTgt>
                                        </p:tgtEl>
                                        <p:attrNameLst>
                                          <p:attrName>style.visibility</p:attrName>
                                        </p:attrNameLst>
                                      </p:cBhvr>
                                      <p:to>
                                        <p:strVal val="visible"/>
                                      </p:to>
                                    </p:set>
                                    <p:animEffect transition="in" filter="fade">
                                      <p:cBhvr>
                                        <p:cTn id="41" dur="1000"/>
                                        <p:tgtEl>
                                          <p:spTgt spid="105">
                                            <p:txEl>
                                              <p:pRg st="0" end="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05">
                                            <p:txEl>
                                              <p:charRg st="1" end="1"/>
                                            </p:txEl>
                                          </p:spTgt>
                                        </p:tgtEl>
                                        <p:attrNameLst>
                                          <p:attrName>style.visibility</p:attrName>
                                        </p:attrNameLst>
                                      </p:cBhvr>
                                      <p:to>
                                        <p:strVal val="visible"/>
                                      </p:to>
                                    </p:set>
                                    <p:animEffect transition="in" filter="fade">
                                      <p:cBhvr>
                                        <p:cTn id="44" dur="1000"/>
                                        <p:tgtEl>
                                          <p:spTgt spid="105">
                                            <p:txEl>
                                              <p:charRg st="1" end="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105">
                                            <p:txEl>
                                              <p:charRg st="1" end="1"/>
                                            </p:txEl>
                                          </p:spTgt>
                                        </p:tgtEl>
                                        <p:attrNameLst>
                                          <p:attrName>style.visibility</p:attrName>
                                        </p:attrNameLst>
                                      </p:cBhvr>
                                      <p:to>
                                        <p:strVal val="visible"/>
                                      </p:to>
                                    </p:set>
                                    <p:animEffect transition="in" filter="fade">
                                      <p:cBhvr>
                                        <p:cTn id="47" dur="1000"/>
                                        <p:tgtEl>
                                          <p:spTgt spid="105">
                                            <p:txEl>
                                              <p:charRg st="1" end="1"/>
                                            </p:txEl>
                                          </p:spTgt>
                                        </p:tgtEl>
                                      </p:cBhvr>
                                    </p:animEffect>
                                  </p:childTnLst>
                                </p:cTn>
                              </p:par>
                              <p:par>
                                <p:cTn id="48" presetID="10" presetClass="entr" presetSubtype="0" fill="hold" nodeType="withEffect">
                                  <p:stCondLst>
                                    <p:cond delay="0"/>
                                  </p:stCondLst>
                                  <p:childTnLst>
                                    <p:set>
                                      <p:cBhvr>
                                        <p:cTn id="49" dur="1" fill="hold">
                                          <p:stCondLst>
                                            <p:cond delay="0"/>
                                          </p:stCondLst>
                                        </p:cTn>
                                        <p:tgtEl>
                                          <p:spTgt spid="105">
                                            <p:txEl>
                                              <p:charRg st="1" end="1"/>
                                            </p:txEl>
                                          </p:spTgt>
                                        </p:tgtEl>
                                        <p:attrNameLst>
                                          <p:attrName>style.visibility</p:attrName>
                                        </p:attrNameLst>
                                      </p:cBhvr>
                                      <p:to>
                                        <p:strVal val="visible"/>
                                      </p:to>
                                    </p:set>
                                    <p:animEffect transition="in" filter="fade">
                                      <p:cBhvr>
                                        <p:cTn id="50" dur="1000"/>
                                        <p:tgtEl>
                                          <p:spTgt spid="105">
                                            <p:txEl>
                                              <p:charRg st="1" end="1"/>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05">
                                            <p:txEl>
                                              <p:charRg st="1" end="1"/>
                                            </p:txEl>
                                          </p:spTgt>
                                        </p:tgtEl>
                                        <p:attrNameLst>
                                          <p:attrName>style.visibility</p:attrName>
                                        </p:attrNameLst>
                                      </p:cBhvr>
                                      <p:to>
                                        <p:strVal val="visible"/>
                                      </p:to>
                                    </p:set>
                                    <p:animEffect transition="in" filter="fade">
                                      <p:cBhvr>
                                        <p:cTn id="53" dur="1000"/>
                                        <p:tgtEl>
                                          <p:spTgt spid="105">
                                            <p:txEl>
                                              <p:charRg st="1" end="1"/>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105">
                                            <p:txEl>
                                              <p:charRg st="1" end="1"/>
                                            </p:txEl>
                                          </p:spTgt>
                                        </p:tgtEl>
                                        <p:attrNameLst>
                                          <p:attrName>style.visibility</p:attrName>
                                        </p:attrNameLst>
                                      </p:cBhvr>
                                      <p:to>
                                        <p:strVal val="visible"/>
                                      </p:to>
                                    </p:set>
                                    <p:animEffect transition="in" filter="fade">
                                      <p:cBhvr>
                                        <p:cTn id="56" dur="1000"/>
                                        <p:tgtEl>
                                          <p:spTgt spid="105">
                                            <p:txEl>
                                              <p:charRg st="1" end="1"/>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105">
                                            <p:txEl>
                                              <p:charRg st="1" end="1"/>
                                            </p:txEl>
                                          </p:spTgt>
                                        </p:tgtEl>
                                        <p:attrNameLst>
                                          <p:attrName>style.visibility</p:attrName>
                                        </p:attrNameLst>
                                      </p:cBhvr>
                                      <p:to>
                                        <p:strVal val="visible"/>
                                      </p:to>
                                    </p:set>
                                    <p:animEffect transition="in" filter="fade">
                                      <p:cBhvr>
                                        <p:cTn id="59" dur="1000"/>
                                        <p:tgtEl>
                                          <p:spTgt spid="105">
                                            <p:txEl>
                                              <p:charRg st="1" end="1"/>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105">
                                            <p:txEl>
                                              <p:charRg st="1" end="1"/>
                                            </p:txEl>
                                          </p:spTgt>
                                        </p:tgtEl>
                                        <p:attrNameLst>
                                          <p:attrName>style.visibility</p:attrName>
                                        </p:attrNameLst>
                                      </p:cBhvr>
                                      <p:to>
                                        <p:strVal val="visible"/>
                                      </p:to>
                                    </p:set>
                                    <p:animEffect transition="in" filter="fade">
                                      <p:cBhvr>
                                        <p:cTn id="62" dur="1000"/>
                                        <p:tgtEl>
                                          <p:spTgt spid="105">
                                            <p:txEl>
                                              <p:charRg st="1" end="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105">
                                            <p:txEl>
                                              <p:charRg st="1" end="1"/>
                                            </p:txEl>
                                          </p:spTgt>
                                        </p:tgtEl>
                                        <p:attrNameLst>
                                          <p:attrName>style.visibility</p:attrName>
                                        </p:attrNameLst>
                                      </p:cBhvr>
                                      <p:to>
                                        <p:strVal val="visible"/>
                                      </p:to>
                                    </p:set>
                                    <p:animEffect transition="in" filter="fade">
                                      <p:cBhvr>
                                        <p:cTn id="65" dur="1000"/>
                                        <p:tgtEl>
                                          <p:spTgt spid="105">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20"/>
        <p:cNvGrpSpPr/>
        <p:nvPr/>
      </p:nvGrpSpPr>
      <p:grpSpPr>
        <a:xfrm>
          <a:off x="0" y="0"/>
          <a:ext cx="0" cy="0"/>
          <a:chOff x="0" y="0"/>
          <a:chExt cx="0" cy="0"/>
        </a:xfrm>
      </p:grpSpPr>
      <p:sp>
        <p:nvSpPr>
          <p:cNvPr id="121" name="Google Shape;121;p8"/>
          <p:cNvSpPr txBox="1">
            <a:spLocks noGrp="1"/>
          </p:cNvSpPr>
          <p:nvPr>
            <p:ph type="title"/>
          </p:nvPr>
        </p:nvSpPr>
        <p:spPr>
          <a:xfrm>
            <a:off x="838200" y="1520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just">
              <a:lnSpc>
                <a:spcPct val="100000"/>
              </a:lnSpc>
              <a:spcBef>
                <a:spcPts val="1200"/>
              </a:spcBef>
              <a:spcAft>
                <a:spcPts val="0"/>
              </a:spcAft>
              <a:buClr>
                <a:schemeClr val="dk1"/>
              </a:buClr>
              <a:buSzPts val="2400"/>
              <a:buNone/>
              <a:defRPr sz="2400">
                <a:latin typeface="Readex Pro"/>
                <a:ea typeface="Readex Pro"/>
                <a:cs typeface="Readex Pro"/>
                <a:sym typeface="Readex Pro"/>
              </a:defRPr>
            </a:lvl1pPr>
            <a:lvl2pPr marL="914400" lvl="1" indent="-228600" algn="just">
              <a:lnSpc>
                <a:spcPct val="100000"/>
              </a:lnSpc>
              <a:spcBef>
                <a:spcPts val="500"/>
              </a:spcBef>
              <a:spcAft>
                <a:spcPts val="0"/>
              </a:spcAft>
              <a:buClr>
                <a:schemeClr val="dk1"/>
              </a:buClr>
              <a:buSzPts val="2400"/>
              <a:buNone/>
              <a:defRPr sz="2400">
                <a:latin typeface="Readex Pro"/>
                <a:ea typeface="Readex Pro"/>
                <a:cs typeface="Readex Pro"/>
                <a:sym typeface="Readex Pro"/>
              </a:defRPr>
            </a:lvl2pPr>
            <a:lvl3pPr marL="1371600" lvl="2" indent="-228600" algn="just">
              <a:lnSpc>
                <a:spcPct val="100000"/>
              </a:lnSpc>
              <a:spcBef>
                <a:spcPts val="500"/>
              </a:spcBef>
              <a:spcAft>
                <a:spcPts val="0"/>
              </a:spcAft>
              <a:buClr>
                <a:schemeClr val="dk1"/>
              </a:buClr>
              <a:buSzPts val="2000"/>
              <a:buNone/>
              <a:defRPr sz="2000">
                <a:latin typeface="Readex Pro"/>
                <a:ea typeface="Readex Pro"/>
                <a:cs typeface="Readex Pro"/>
                <a:sym typeface="Readex Pro"/>
              </a:defRPr>
            </a:lvl3pPr>
            <a:lvl4pPr marL="1828800" lvl="3"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4pPr>
            <a:lvl5pPr marL="2286000" lvl="4" indent="-228600" algn="just">
              <a:lnSpc>
                <a:spcPct val="100000"/>
              </a:lnSpc>
              <a:spcBef>
                <a:spcPts val="500"/>
              </a:spcBef>
              <a:spcAft>
                <a:spcPts val="0"/>
              </a:spcAft>
              <a:buClr>
                <a:schemeClr val="dk1"/>
              </a:buClr>
              <a:buSzPts val="1800"/>
              <a:buNone/>
              <a:defRPr sz="18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23" name="Google Shape;123;p8"/>
          <p:cNvPicPr preferRelativeResize="0"/>
          <p:nvPr/>
        </p:nvPicPr>
        <p:blipFill rotWithShape="1">
          <a:blip r:embed="rId2">
            <a:alphaModFix/>
          </a:blip>
          <a:srcRect/>
          <a:stretch/>
        </p:blipFill>
        <p:spPr>
          <a:xfrm>
            <a:off x="478656" y="656757"/>
            <a:ext cx="292100" cy="292100"/>
          </a:xfrm>
          <a:prstGeom prst="rect">
            <a:avLst/>
          </a:prstGeom>
          <a:noFill/>
          <a:ln>
            <a:noFill/>
          </a:ln>
        </p:spPr>
      </p:pic>
      <p:pic>
        <p:nvPicPr>
          <p:cNvPr id="124" name="Google Shape;124;p8"/>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25" name="Google Shape;125;p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26" name="Google Shape;126;p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127" name="Google Shape;127;p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28" name="Google Shape;128;p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29" name="Google Shape;129;p8"/>
          <p:cNvGrpSpPr/>
          <p:nvPr/>
        </p:nvGrpSpPr>
        <p:grpSpPr>
          <a:xfrm>
            <a:off x="817685" y="6410864"/>
            <a:ext cx="2760487" cy="403790"/>
            <a:chOff x="741485" y="6410864"/>
            <a:chExt cx="2760487" cy="403790"/>
          </a:xfrm>
        </p:grpSpPr>
        <p:sp>
          <p:nvSpPr>
            <p:cNvPr id="130" name="Google Shape;130;p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31" name="Google Shape;131;p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32" name="Google Shape;132;p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133" name="Google Shape;133;p8"/>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34" name="Google Shape;134;p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10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Left - Placeholder Right">
  <p:cSld name="Title Left - Placeholder Right">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sp>
        <p:nvSpPr>
          <p:cNvPr id="138" name="Google Shape;138;p9"/>
          <p:cNvSpPr txBox="1">
            <a:spLocks noGrp="1"/>
          </p:cNvSpPr>
          <p:nvPr>
            <p:ph type="ctrTitle"/>
          </p:nvPr>
        </p:nvSpPr>
        <p:spPr>
          <a:xfrm>
            <a:off x="514350" y="1125114"/>
            <a:ext cx="446722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9"/>
          <p:cNvSpPr txBox="1">
            <a:spLocks noGrp="1"/>
          </p:cNvSpPr>
          <p:nvPr>
            <p:ph type="subTitle" idx="1"/>
          </p:nvPr>
        </p:nvSpPr>
        <p:spPr>
          <a:xfrm>
            <a:off x="514348" y="2885650"/>
            <a:ext cx="4467229" cy="224454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0" name="Google Shape;140;p9"/>
          <p:cNvSpPr txBox="1">
            <a:spLocks noGrp="1"/>
          </p:cNvSpPr>
          <p:nvPr>
            <p:ph type="body" idx="2"/>
          </p:nvPr>
        </p:nvSpPr>
        <p:spPr>
          <a:xfrm>
            <a:off x="5667375" y="1125114"/>
            <a:ext cx="5381626" cy="39528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41" name="Google Shape;141;p9"/>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42" name="Google Shape;142;p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43" name="Google Shape;143;p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144" name="Google Shape;144;p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45" name="Google Shape;145;p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46" name="Google Shape;146;p9"/>
          <p:cNvGrpSpPr/>
          <p:nvPr/>
        </p:nvGrpSpPr>
        <p:grpSpPr>
          <a:xfrm>
            <a:off x="817685" y="6410864"/>
            <a:ext cx="2760487" cy="403790"/>
            <a:chOff x="741485" y="6410864"/>
            <a:chExt cx="2760487" cy="403790"/>
          </a:xfrm>
        </p:grpSpPr>
        <p:sp>
          <p:nvSpPr>
            <p:cNvPr id="147" name="Google Shape;147;p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48" name="Google Shape;148;p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49" name="Google Shape;149;p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150" name="Google Shape;150;p9"/>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51" name="Google Shape;151;p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8"/>
                                        </p:tgtEl>
                                        <p:attrNameLst>
                                          <p:attrName>style.visibility</p:attrName>
                                        </p:attrNameLst>
                                      </p:cBhvr>
                                      <p:to>
                                        <p:strVal val="visible"/>
                                      </p:to>
                                    </p:set>
                                    <p:animEffect transition="in" filter="fade">
                                      <p:cBhvr>
                                        <p:cTn id="7" dur="500"/>
                                        <p:tgtEl>
                                          <p:spTgt spid="13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9">
                                            <p:txEl>
                                              <p:pRg st="0" end="0"/>
                                            </p:txEl>
                                          </p:spTgt>
                                        </p:tgtEl>
                                        <p:attrNameLst>
                                          <p:attrName>style.visibility</p:attrName>
                                        </p:attrNameLst>
                                      </p:cBhvr>
                                      <p:to>
                                        <p:strVal val="visible"/>
                                      </p:to>
                                    </p:set>
                                    <p:animEffect transition="in" filter="fade">
                                      <p:cBhvr>
                                        <p:cTn id="11" dur="500"/>
                                        <p:tgtEl>
                                          <p:spTgt spid="13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9">
                                            <p:txEl>
                                              <p:charRg st="1" end="1"/>
                                            </p:txEl>
                                          </p:spTgt>
                                        </p:tgtEl>
                                        <p:attrNameLst>
                                          <p:attrName>style.visibility</p:attrName>
                                        </p:attrNameLst>
                                      </p:cBhvr>
                                      <p:to>
                                        <p:strVal val="visible"/>
                                      </p:to>
                                    </p:set>
                                    <p:animEffect transition="in" filter="fade">
                                      <p:cBhvr>
                                        <p:cTn id="15" dur="500"/>
                                        <p:tgtEl>
                                          <p:spTgt spid="139">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39">
                                            <p:txEl>
                                              <p:charRg st="1" end="1"/>
                                            </p:txEl>
                                          </p:spTgt>
                                        </p:tgtEl>
                                        <p:attrNameLst>
                                          <p:attrName>style.visibility</p:attrName>
                                        </p:attrNameLst>
                                      </p:cBhvr>
                                      <p:to>
                                        <p:strVal val="visible"/>
                                      </p:to>
                                    </p:set>
                                    <p:animEffect transition="in" filter="fade">
                                      <p:cBhvr>
                                        <p:cTn id="19" dur="500"/>
                                        <p:tgtEl>
                                          <p:spTgt spid="139">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39">
                                            <p:txEl>
                                              <p:charRg st="1" end="1"/>
                                            </p:txEl>
                                          </p:spTgt>
                                        </p:tgtEl>
                                        <p:attrNameLst>
                                          <p:attrName>style.visibility</p:attrName>
                                        </p:attrNameLst>
                                      </p:cBhvr>
                                      <p:to>
                                        <p:strVal val="visible"/>
                                      </p:to>
                                    </p:set>
                                    <p:animEffect transition="in" filter="fade">
                                      <p:cBhvr>
                                        <p:cTn id="23" dur="500"/>
                                        <p:tgtEl>
                                          <p:spTgt spid="139">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39">
                                            <p:txEl>
                                              <p:charRg st="1" end="1"/>
                                            </p:txEl>
                                          </p:spTgt>
                                        </p:tgtEl>
                                        <p:attrNameLst>
                                          <p:attrName>style.visibility</p:attrName>
                                        </p:attrNameLst>
                                      </p:cBhvr>
                                      <p:to>
                                        <p:strVal val="visible"/>
                                      </p:to>
                                    </p:set>
                                    <p:animEffect transition="in" filter="fade">
                                      <p:cBhvr>
                                        <p:cTn id="27" dur="500"/>
                                        <p:tgtEl>
                                          <p:spTgt spid="139">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39">
                                            <p:txEl>
                                              <p:charRg st="1" end="1"/>
                                            </p:txEl>
                                          </p:spTgt>
                                        </p:tgtEl>
                                        <p:attrNameLst>
                                          <p:attrName>style.visibility</p:attrName>
                                        </p:attrNameLst>
                                      </p:cBhvr>
                                      <p:to>
                                        <p:strVal val="visible"/>
                                      </p:to>
                                    </p:set>
                                    <p:animEffect transition="in" filter="fade">
                                      <p:cBhvr>
                                        <p:cTn id="31" dur="500"/>
                                        <p:tgtEl>
                                          <p:spTgt spid="139">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39">
                                            <p:txEl>
                                              <p:charRg st="1" end="1"/>
                                            </p:txEl>
                                          </p:spTgt>
                                        </p:tgtEl>
                                        <p:attrNameLst>
                                          <p:attrName>style.visibility</p:attrName>
                                        </p:attrNameLst>
                                      </p:cBhvr>
                                      <p:to>
                                        <p:strVal val="visible"/>
                                      </p:to>
                                    </p:set>
                                    <p:animEffect transition="in" filter="fade">
                                      <p:cBhvr>
                                        <p:cTn id="35" dur="500"/>
                                        <p:tgtEl>
                                          <p:spTgt spid="139">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39">
                                            <p:txEl>
                                              <p:charRg st="1" end="1"/>
                                            </p:txEl>
                                          </p:spTgt>
                                        </p:tgtEl>
                                        <p:attrNameLst>
                                          <p:attrName>style.visibility</p:attrName>
                                        </p:attrNameLst>
                                      </p:cBhvr>
                                      <p:to>
                                        <p:strVal val="visible"/>
                                      </p:to>
                                    </p:set>
                                    <p:animEffect transition="in" filter="fade">
                                      <p:cBhvr>
                                        <p:cTn id="39" dur="500"/>
                                        <p:tgtEl>
                                          <p:spTgt spid="139">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39">
                                            <p:txEl>
                                              <p:charRg st="1" end="1"/>
                                            </p:txEl>
                                          </p:spTgt>
                                        </p:tgtEl>
                                        <p:attrNameLst>
                                          <p:attrName>style.visibility</p:attrName>
                                        </p:attrNameLst>
                                      </p:cBhvr>
                                      <p:to>
                                        <p:strVal val="visible"/>
                                      </p:to>
                                    </p:set>
                                    <p:animEffect transition="in" filter="fade">
                                      <p:cBhvr>
                                        <p:cTn id="43" dur="500"/>
                                        <p:tgtEl>
                                          <p:spTgt spid="13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laceholder Left - Title Right ">
  <p:cSld name="Placeholder Left - Title Right ">
    <p:spTree>
      <p:nvGrpSpPr>
        <p:cNvPr id="1" name="Shape 153"/>
        <p:cNvGrpSpPr/>
        <p:nvPr/>
      </p:nvGrpSpPr>
      <p:grpSpPr>
        <a:xfrm>
          <a:off x="0" y="0"/>
          <a:ext cx="0" cy="0"/>
          <a:chOff x="0" y="0"/>
          <a:chExt cx="0" cy="0"/>
        </a:xfrm>
      </p:grpSpPr>
      <p:pic>
        <p:nvPicPr>
          <p:cNvPr id="154" name="Google Shape;154;p10"/>
          <p:cNvPicPr preferRelativeResize="0"/>
          <p:nvPr/>
        </p:nvPicPr>
        <p:blipFill rotWithShape="1">
          <a:blip r:embed="rId2">
            <a:alphaModFix/>
          </a:blip>
          <a:srcRect/>
          <a:stretch/>
        </p:blipFill>
        <p:spPr>
          <a:xfrm>
            <a:off x="4369124" y="1727802"/>
            <a:ext cx="3453753" cy="3402396"/>
          </a:xfrm>
          <a:prstGeom prst="rect">
            <a:avLst/>
          </a:prstGeom>
          <a:noFill/>
          <a:ln>
            <a:noFill/>
          </a:ln>
        </p:spPr>
      </p:pic>
      <p:sp>
        <p:nvSpPr>
          <p:cNvPr id="155" name="Google Shape;155;p10"/>
          <p:cNvSpPr txBox="1">
            <a:spLocks noGrp="1"/>
          </p:cNvSpPr>
          <p:nvPr>
            <p:ph type="ctrTitle"/>
          </p:nvPr>
        </p:nvSpPr>
        <p:spPr>
          <a:xfrm>
            <a:off x="6737350" y="1332588"/>
            <a:ext cx="446722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10"/>
          <p:cNvSpPr txBox="1">
            <a:spLocks noGrp="1"/>
          </p:cNvSpPr>
          <p:nvPr>
            <p:ph type="subTitle" idx="1"/>
          </p:nvPr>
        </p:nvSpPr>
        <p:spPr>
          <a:xfrm>
            <a:off x="6737348" y="3093124"/>
            <a:ext cx="4467229" cy="2192339"/>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7" name="Google Shape;157;p10"/>
          <p:cNvSpPr txBox="1">
            <a:spLocks noGrp="1"/>
          </p:cNvSpPr>
          <p:nvPr>
            <p:ph type="body" idx="2"/>
          </p:nvPr>
        </p:nvSpPr>
        <p:spPr>
          <a:xfrm>
            <a:off x="624706" y="1332588"/>
            <a:ext cx="5381626" cy="395287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158" name="Google Shape;158;p10"/>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59" name="Google Shape;159;p1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60" name="Google Shape;160;p1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161" name="Google Shape;161;p1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62" name="Google Shape;162;p1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63" name="Google Shape;163;p10"/>
          <p:cNvGrpSpPr/>
          <p:nvPr/>
        </p:nvGrpSpPr>
        <p:grpSpPr>
          <a:xfrm>
            <a:off x="817685" y="6410864"/>
            <a:ext cx="2760487" cy="403790"/>
            <a:chOff x="741485" y="6410864"/>
            <a:chExt cx="2760487" cy="403790"/>
          </a:xfrm>
        </p:grpSpPr>
        <p:sp>
          <p:nvSpPr>
            <p:cNvPr id="164" name="Google Shape;164;p1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65" name="Google Shape;165;p1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66" name="Google Shape;166;p1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167" name="Google Shape;167;p10"/>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68" name="Google Shape;168;p1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1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56">
                                            <p:txEl>
                                              <p:pRg st="0" end="0"/>
                                            </p:txEl>
                                          </p:spTgt>
                                        </p:tgtEl>
                                        <p:attrNameLst>
                                          <p:attrName>style.visibility</p:attrName>
                                        </p:attrNameLst>
                                      </p:cBhvr>
                                      <p:to>
                                        <p:strVal val="visible"/>
                                      </p:to>
                                    </p:set>
                                    <p:animEffect transition="in" filter="fade">
                                      <p:cBhvr>
                                        <p:cTn id="11" dur="500"/>
                                        <p:tgtEl>
                                          <p:spTgt spid="156">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6">
                                            <p:txEl>
                                              <p:charRg st="1" end="1"/>
                                            </p:txEl>
                                          </p:spTgt>
                                        </p:tgtEl>
                                        <p:attrNameLst>
                                          <p:attrName>style.visibility</p:attrName>
                                        </p:attrNameLst>
                                      </p:cBhvr>
                                      <p:to>
                                        <p:strVal val="visible"/>
                                      </p:to>
                                    </p:set>
                                    <p:animEffect transition="in" filter="fade">
                                      <p:cBhvr>
                                        <p:cTn id="15" dur="500"/>
                                        <p:tgtEl>
                                          <p:spTgt spid="156">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56">
                                            <p:txEl>
                                              <p:charRg st="1" end="1"/>
                                            </p:txEl>
                                          </p:spTgt>
                                        </p:tgtEl>
                                        <p:attrNameLst>
                                          <p:attrName>style.visibility</p:attrName>
                                        </p:attrNameLst>
                                      </p:cBhvr>
                                      <p:to>
                                        <p:strVal val="visible"/>
                                      </p:to>
                                    </p:set>
                                    <p:animEffect transition="in" filter="fade">
                                      <p:cBhvr>
                                        <p:cTn id="19" dur="500"/>
                                        <p:tgtEl>
                                          <p:spTgt spid="156">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56">
                                            <p:txEl>
                                              <p:charRg st="1" end="1"/>
                                            </p:txEl>
                                          </p:spTgt>
                                        </p:tgtEl>
                                        <p:attrNameLst>
                                          <p:attrName>style.visibility</p:attrName>
                                        </p:attrNameLst>
                                      </p:cBhvr>
                                      <p:to>
                                        <p:strVal val="visible"/>
                                      </p:to>
                                    </p:set>
                                    <p:animEffect transition="in" filter="fade">
                                      <p:cBhvr>
                                        <p:cTn id="23" dur="500"/>
                                        <p:tgtEl>
                                          <p:spTgt spid="156">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6">
                                            <p:txEl>
                                              <p:charRg st="1" end="1"/>
                                            </p:txEl>
                                          </p:spTgt>
                                        </p:tgtEl>
                                        <p:attrNameLst>
                                          <p:attrName>style.visibility</p:attrName>
                                        </p:attrNameLst>
                                      </p:cBhvr>
                                      <p:to>
                                        <p:strVal val="visible"/>
                                      </p:to>
                                    </p:set>
                                    <p:animEffect transition="in" filter="fade">
                                      <p:cBhvr>
                                        <p:cTn id="27" dur="500"/>
                                        <p:tgtEl>
                                          <p:spTgt spid="156">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56">
                                            <p:txEl>
                                              <p:charRg st="1" end="1"/>
                                            </p:txEl>
                                          </p:spTgt>
                                        </p:tgtEl>
                                        <p:attrNameLst>
                                          <p:attrName>style.visibility</p:attrName>
                                        </p:attrNameLst>
                                      </p:cBhvr>
                                      <p:to>
                                        <p:strVal val="visible"/>
                                      </p:to>
                                    </p:set>
                                    <p:animEffect transition="in" filter="fade">
                                      <p:cBhvr>
                                        <p:cTn id="31" dur="500"/>
                                        <p:tgtEl>
                                          <p:spTgt spid="156">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56">
                                            <p:txEl>
                                              <p:charRg st="1" end="1"/>
                                            </p:txEl>
                                          </p:spTgt>
                                        </p:tgtEl>
                                        <p:attrNameLst>
                                          <p:attrName>style.visibility</p:attrName>
                                        </p:attrNameLst>
                                      </p:cBhvr>
                                      <p:to>
                                        <p:strVal val="visible"/>
                                      </p:to>
                                    </p:set>
                                    <p:animEffect transition="in" filter="fade">
                                      <p:cBhvr>
                                        <p:cTn id="35" dur="500"/>
                                        <p:tgtEl>
                                          <p:spTgt spid="156">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56">
                                            <p:txEl>
                                              <p:charRg st="1" end="1"/>
                                            </p:txEl>
                                          </p:spTgt>
                                        </p:tgtEl>
                                        <p:attrNameLst>
                                          <p:attrName>style.visibility</p:attrName>
                                        </p:attrNameLst>
                                      </p:cBhvr>
                                      <p:to>
                                        <p:strVal val="visible"/>
                                      </p:to>
                                    </p:set>
                                    <p:animEffect transition="in" filter="fade">
                                      <p:cBhvr>
                                        <p:cTn id="39" dur="500"/>
                                        <p:tgtEl>
                                          <p:spTgt spid="156">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56">
                                            <p:txEl>
                                              <p:charRg st="1" end="1"/>
                                            </p:txEl>
                                          </p:spTgt>
                                        </p:tgtEl>
                                        <p:attrNameLst>
                                          <p:attrName>style.visibility</p:attrName>
                                        </p:attrNameLst>
                                      </p:cBhvr>
                                      <p:to>
                                        <p:strVal val="visible"/>
                                      </p:to>
                                    </p:set>
                                    <p:animEffect transition="in" filter="fade">
                                      <p:cBhvr>
                                        <p:cTn id="43" dur="500"/>
                                        <p:tgtEl>
                                          <p:spTgt spid="156">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Left">
  <p:cSld name="Picture Left">
    <p:spTree>
      <p:nvGrpSpPr>
        <p:cNvPr id="1" name="Shape 170"/>
        <p:cNvGrpSpPr/>
        <p:nvPr/>
      </p:nvGrpSpPr>
      <p:grpSpPr>
        <a:xfrm>
          <a:off x="0" y="0"/>
          <a:ext cx="0" cy="0"/>
          <a:chOff x="0" y="0"/>
          <a:chExt cx="0" cy="0"/>
        </a:xfrm>
      </p:grpSpPr>
      <p:sp>
        <p:nvSpPr>
          <p:cNvPr id="171" name="Google Shape;171;p11"/>
          <p:cNvSpPr>
            <a:spLocks noGrp="1"/>
          </p:cNvSpPr>
          <p:nvPr>
            <p:ph type="pic" idx="2"/>
          </p:nvPr>
        </p:nvSpPr>
        <p:spPr>
          <a:xfrm>
            <a:off x="0" y="0"/>
            <a:ext cx="4787900" cy="6858000"/>
          </a:xfrm>
          <a:prstGeom prst="rect">
            <a:avLst/>
          </a:prstGeom>
          <a:noFill/>
          <a:ln>
            <a:noFill/>
          </a:ln>
        </p:spPr>
      </p:sp>
      <p:sp>
        <p:nvSpPr>
          <p:cNvPr id="172" name="Google Shape;172;p11"/>
          <p:cNvSpPr txBox="1">
            <a:spLocks noGrp="1"/>
          </p:cNvSpPr>
          <p:nvPr>
            <p:ph type="ctrTitle"/>
          </p:nvPr>
        </p:nvSpPr>
        <p:spPr>
          <a:xfrm>
            <a:off x="5626100" y="1109534"/>
            <a:ext cx="595947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11"/>
          <p:cNvSpPr txBox="1">
            <a:spLocks noGrp="1"/>
          </p:cNvSpPr>
          <p:nvPr>
            <p:ph type="subTitle" idx="1"/>
          </p:nvPr>
        </p:nvSpPr>
        <p:spPr>
          <a:xfrm>
            <a:off x="5626098" y="2870070"/>
            <a:ext cx="5959480" cy="2502381"/>
          </a:xfrm>
          <a:prstGeom prst="rect">
            <a:avLst/>
          </a:prstGeom>
          <a:noFill/>
          <a:ln>
            <a:noFill/>
          </a:ln>
        </p:spPr>
        <p:txBody>
          <a:bodyPr spcFirstLastPara="1" wrap="square" lIns="91425" tIns="45700" rIns="91425" bIns="45700" anchor="t" anchorCtr="0">
            <a:noAutofit/>
          </a:bodyPr>
          <a:lstStyle>
            <a:lvl1pPr lvl="0" algn="just">
              <a:lnSpc>
                <a:spcPct val="10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4" name="Google Shape;174;p11"/>
          <p:cNvSpPr/>
          <p:nvPr/>
        </p:nvSpPr>
        <p:spPr>
          <a:xfrm>
            <a:off x="4787899" y="0"/>
            <a:ext cx="116779" cy="6858000"/>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175" name="Google Shape;175;p11"/>
          <p:cNvPicPr preferRelativeResize="0"/>
          <p:nvPr/>
        </p:nvPicPr>
        <p:blipFill rotWithShape="1">
          <a:blip r:embed="rId2">
            <a:alphaModFix/>
          </a:blip>
          <a:srcRect/>
          <a:stretch/>
        </p:blipFill>
        <p:spPr>
          <a:xfrm>
            <a:off x="4785106" y="241300"/>
            <a:ext cx="292100" cy="292100"/>
          </a:xfrm>
          <a:prstGeom prst="rect">
            <a:avLst/>
          </a:prstGeom>
          <a:noFill/>
          <a:ln>
            <a:noFill/>
          </a:ln>
        </p:spPr>
      </p:pic>
      <p:pic>
        <p:nvPicPr>
          <p:cNvPr id="176" name="Google Shape;176;p11"/>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77" name="Google Shape;177;p11"/>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78" name="Google Shape;178;p11"/>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179" name="Google Shape;179;p11"/>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180" name="Google Shape;180;p11"/>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181" name="Google Shape;181;p11"/>
          <p:cNvGrpSpPr/>
          <p:nvPr/>
        </p:nvGrpSpPr>
        <p:grpSpPr>
          <a:xfrm>
            <a:off x="817685" y="6410864"/>
            <a:ext cx="2760487" cy="403790"/>
            <a:chOff x="741485" y="6410864"/>
            <a:chExt cx="2760487" cy="403790"/>
          </a:xfrm>
        </p:grpSpPr>
        <p:sp>
          <p:nvSpPr>
            <p:cNvPr id="182" name="Google Shape;182;p11"/>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183" name="Google Shape;183;p11"/>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184" name="Google Shape;184;p11"/>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185" name="Google Shape;185;p11"/>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186" name="Google Shape;186;p11"/>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11"/>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73">
                                            <p:txEl>
                                              <p:pRg st="0" end="0"/>
                                            </p:txEl>
                                          </p:spTgt>
                                        </p:tgtEl>
                                        <p:attrNameLst>
                                          <p:attrName>style.visibility</p:attrName>
                                        </p:attrNameLst>
                                      </p:cBhvr>
                                      <p:to>
                                        <p:strVal val="visible"/>
                                      </p:to>
                                    </p:set>
                                    <p:animEffect transition="in" filter="fade">
                                      <p:cBhvr>
                                        <p:cTn id="11" dur="500"/>
                                        <p:tgtEl>
                                          <p:spTgt spid="173">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73">
                                            <p:txEl>
                                              <p:charRg st="1" end="1"/>
                                            </p:txEl>
                                          </p:spTgt>
                                        </p:tgtEl>
                                        <p:attrNameLst>
                                          <p:attrName>style.visibility</p:attrName>
                                        </p:attrNameLst>
                                      </p:cBhvr>
                                      <p:to>
                                        <p:strVal val="visible"/>
                                      </p:to>
                                    </p:set>
                                    <p:animEffect transition="in" filter="fade">
                                      <p:cBhvr>
                                        <p:cTn id="15" dur="500"/>
                                        <p:tgtEl>
                                          <p:spTgt spid="173">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73">
                                            <p:txEl>
                                              <p:charRg st="1" end="1"/>
                                            </p:txEl>
                                          </p:spTgt>
                                        </p:tgtEl>
                                        <p:attrNameLst>
                                          <p:attrName>style.visibility</p:attrName>
                                        </p:attrNameLst>
                                      </p:cBhvr>
                                      <p:to>
                                        <p:strVal val="visible"/>
                                      </p:to>
                                    </p:set>
                                    <p:animEffect transition="in" filter="fade">
                                      <p:cBhvr>
                                        <p:cTn id="19" dur="500"/>
                                        <p:tgtEl>
                                          <p:spTgt spid="173">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73">
                                            <p:txEl>
                                              <p:charRg st="1" end="1"/>
                                            </p:txEl>
                                          </p:spTgt>
                                        </p:tgtEl>
                                        <p:attrNameLst>
                                          <p:attrName>style.visibility</p:attrName>
                                        </p:attrNameLst>
                                      </p:cBhvr>
                                      <p:to>
                                        <p:strVal val="visible"/>
                                      </p:to>
                                    </p:set>
                                    <p:animEffect transition="in" filter="fade">
                                      <p:cBhvr>
                                        <p:cTn id="23" dur="500"/>
                                        <p:tgtEl>
                                          <p:spTgt spid="173">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73">
                                            <p:txEl>
                                              <p:charRg st="1" end="1"/>
                                            </p:txEl>
                                          </p:spTgt>
                                        </p:tgtEl>
                                        <p:attrNameLst>
                                          <p:attrName>style.visibility</p:attrName>
                                        </p:attrNameLst>
                                      </p:cBhvr>
                                      <p:to>
                                        <p:strVal val="visible"/>
                                      </p:to>
                                    </p:set>
                                    <p:animEffect transition="in" filter="fade">
                                      <p:cBhvr>
                                        <p:cTn id="27" dur="500"/>
                                        <p:tgtEl>
                                          <p:spTgt spid="173">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73">
                                            <p:txEl>
                                              <p:charRg st="1" end="1"/>
                                            </p:txEl>
                                          </p:spTgt>
                                        </p:tgtEl>
                                        <p:attrNameLst>
                                          <p:attrName>style.visibility</p:attrName>
                                        </p:attrNameLst>
                                      </p:cBhvr>
                                      <p:to>
                                        <p:strVal val="visible"/>
                                      </p:to>
                                    </p:set>
                                    <p:animEffect transition="in" filter="fade">
                                      <p:cBhvr>
                                        <p:cTn id="31" dur="500"/>
                                        <p:tgtEl>
                                          <p:spTgt spid="173">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73">
                                            <p:txEl>
                                              <p:charRg st="1" end="1"/>
                                            </p:txEl>
                                          </p:spTgt>
                                        </p:tgtEl>
                                        <p:attrNameLst>
                                          <p:attrName>style.visibility</p:attrName>
                                        </p:attrNameLst>
                                      </p:cBhvr>
                                      <p:to>
                                        <p:strVal val="visible"/>
                                      </p:to>
                                    </p:set>
                                    <p:animEffect transition="in" filter="fade">
                                      <p:cBhvr>
                                        <p:cTn id="35" dur="500"/>
                                        <p:tgtEl>
                                          <p:spTgt spid="173">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73">
                                            <p:txEl>
                                              <p:charRg st="1" end="1"/>
                                            </p:txEl>
                                          </p:spTgt>
                                        </p:tgtEl>
                                        <p:attrNameLst>
                                          <p:attrName>style.visibility</p:attrName>
                                        </p:attrNameLst>
                                      </p:cBhvr>
                                      <p:to>
                                        <p:strVal val="visible"/>
                                      </p:to>
                                    </p:set>
                                    <p:animEffect transition="in" filter="fade">
                                      <p:cBhvr>
                                        <p:cTn id="39" dur="500"/>
                                        <p:tgtEl>
                                          <p:spTgt spid="173">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73">
                                            <p:txEl>
                                              <p:charRg st="1" end="1"/>
                                            </p:txEl>
                                          </p:spTgt>
                                        </p:tgtEl>
                                        <p:attrNameLst>
                                          <p:attrName>style.visibility</p:attrName>
                                        </p:attrNameLst>
                                      </p:cBhvr>
                                      <p:to>
                                        <p:strVal val="visible"/>
                                      </p:to>
                                    </p:set>
                                    <p:animEffect transition="in" filter="fade">
                                      <p:cBhvr>
                                        <p:cTn id="43" dur="500"/>
                                        <p:tgtEl>
                                          <p:spTgt spid="17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Picture Left">
  <p:cSld name="1_Picture Left">
    <p:spTree>
      <p:nvGrpSpPr>
        <p:cNvPr id="1" name="Shape 188"/>
        <p:cNvGrpSpPr/>
        <p:nvPr/>
      </p:nvGrpSpPr>
      <p:grpSpPr>
        <a:xfrm>
          <a:off x="0" y="0"/>
          <a:ext cx="0" cy="0"/>
          <a:chOff x="0" y="0"/>
          <a:chExt cx="0" cy="0"/>
        </a:xfrm>
      </p:grpSpPr>
      <p:pic>
        <p:nvPicPr>
          <p:cNvPr id="189" name="Google Shape;189;p12"/>
          <p:cNvPicPr preferRelativeResize="0"/>
          <p:nvPr/>
        </p:nvPicPr>
        <p:blipFill rotWithShape="1">
          <a:blip r:embed="rId2">
            <a:alphaModFix/>
          </a:blip>
          <a:srcRect/>
          <a:stretch/>
        </p:blipFill>
        <p:spPr>
          <a:xfrm rot="2700000">
            <a:off x="781863" y="1310095"/>
            <a:ext cx="3916148" cy="3910374"/>
          </a:xfrm>
          <a:prstGeom prst="rect">
            <a:avLst/>
          </a:prstGeom>
          <a:noFill/>
          <a:ln>
            <a:noFill/>
          </a:ln>
        </p:spPr>
      </p:pic>
      <p:sp>
        <p:nvSpPr>
          <p:cNvPr id="190" name="Google Shape;190;p12"/>
          <p:cNvSpPr txBox="1">
            <a:spLocks noGrp="1"/>
          </p:cNvSpPr>
          <p:nvPr>
            <p:ph type="ctrTitle"/>
          </p:nvPr>
        </p:nvSpPr>
        <p:spPr>
          <a:xfrm>
            <a:off x="5575300" y="769938"/>
            <a:ext cx="5959476"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3600"/>
              <a:buFont typeface="K2D"/>
              <a:buNone/>
              <a:defRPr sz="36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12"/>
          <p:cNvSpPr txBox="1">
            <a:spLocks noGrp="1"/>
          </p:cNvSpPr>
          <p:nvPr>
            <p:ph type="subTitle" idx="1"/>
          </p:nvPr>
        </p:nvSpPr>
        <p:spPr>
          <a:xfrm>
            <a:off x="5575298" y="2530474"/>
            <a:ext cx="5959480" cy="3550350"/>
          </a:xfrm>
          <a:prstGeom prst="rect">
            <a:avLst/>
          </a:prstGeom>
          <a:noFill/>
          <a:ln>
            <a:noFill/>
          </a:ln>
        </p:spPr>
        <p:txBody>
          <a:bodyPr spcFirstLastPara="1" wrap="square" lIns="91425" tIns="45700" rIns="91425" bIns="45700" anchor="t" anchorCtr="0">
            <a:noAutofit/>
          </a:bodyPr>
          <a:lstStyle>
            <a:lvl1pPr lvl="0" algn="just">
              <a:lnSpc>
                <a:spcPct val="10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2" name="Google Shape;192;p1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193" name="Google Shape;193;p12"/>
          <p:cNvSpPr>
            <a:spLocks noGrp="1"/>
          </p:cNvSpPr>
          <p:nvPr>
            <p:ph type="pic" idx="2"/>
          </p:nvPr>
        </p:nvSpPr>
        <p:spPr>
          <a:xfrm>
            <a:off x="438976" y="127568"/>
            <a:ext cx="2971800" cy="2971800"/>
          </a:xfrm>
          <a:prstGeom prst="diamond">
            <a:avLst/>
          </a:prstGeom>
          <a:noFill/>
          <a:ln>
            <a:noFill/>
          </a:ln>
        </p:spPr>
      </p:sp>
      <p:sp>
        <p:nvSpPr>
          <p:cNvPr id="194" name="Google Shape;194;p12"/>
          <p:cNvSpPr>
            <a:spLocks noGrp="1"/>
          </p:cNvSpPr>
          <p:nvPr>
            <p:ph type="pic" idx="3"/>
          </p:nvPr>
        </p:nvSpPr>
        <p:spPr>
          <a:xfrm>
            <a:off x="438976" y="3365543"/>
            <a:ext cx="2971800" cy="2971800"/>
          </a:xfrm>
          <a:prstGeom prst="diamond">
            <a:avLst/>
          </a:prstGeom>
          <a:noFill/>
          <a:ln>
            <a:noFill/>
          </a:ln>
        </p:spPr>
      </p:sp>
      <p:sp>
        <p:nvSpPr>
          <p:cNvPr id="195" name="Google Shape;195;p12"/>
          <p:cNvSpPr>
            <a:spLocks noGrp="1"/>
          </p:cNvSpPr>
          <p:nvPr>
            <p:ph type="pic" idx="4"/>
          </p:nvPr>
        </p:nvSpPr>
        <p:spPr>
          <a:xfrm>
            <a:off x="2032811" y="1752381"/>
            <a:ext cx="2971800" cy="2971800"/>
          </a:xfrm>
          <a:prstGeom prst="diamond">
            <a:avLst/>
          </a:prstGeom>
          <a:noFill/>
          <a:ln>
            <a:noFill/>
          </a:ln>
        </p:spPr>
      </p:sp>
      <p:pic>
        <p:nvPicPr>
          <p:cNvPr id="196" name="Google Shape;196;p12"/>
          <p:cNvPicPr preferRelativeResize="0"/>
          <p:nvPr/>
        </p:nvPicPr>
        <p:blipFill rotWithShape="1">
          <a:blip r:embed="rId4">
            <a:alphaModFix/>
          </a:blip>
          <a:srcRect/>
          <a:stretch/>
        </p:blipFill>
        <p:spPr>
          <a:xfrm>
            <a:off x="102776" y="2393663"/>
            <a:ext cx="1716960" cy="1717475"/>
          </a:xfrm>
          <a:prstGeom prst="rect">
            <a:avLst/>
          </a:prstGeom>
          <a:noFill/>
          <a:ln>
            <a:noFill/>
          </a:ln>
        </p:spPr>
      </p:pic>
      <p:sp>
        <p:nvSpPr>
          <p:cNvPr id="197" name="Google Shape;197;p1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198" name="Google Shape;198;p1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199" name="Google Shape;199;p12"/>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00" name="Google Shape;200;p12"/>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01" name="Google Shape;201;p12"/>
          <p:cNvGrpSpPr/>
          <p:nvPr/>
        </p:nvGrpSpPr>
        <p:grpSpPr>
          <a:xfrm>
            <a:off x="817685" y="6410864"/>
            <a:ext cx="2760487" cy="403790"/>
            <a:chOff x="741485" y="6410864"/>
            <a:chExt cx="2760487" cy="403790"/>
          </a:xfrm>
        </p:grpSpPr>
        <p:sp>
          <p:nvSpPr>
            <p:cNvPr id="202" name="Google Shape;202;p1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03" name="Google Shape;203;p1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04" name="Google Shape;204;p12"/>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05" name="Google Shape;205;p12"/>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06" name="Google Shape;206;p1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91">
                                            <p:txEl>
                                              <p:pRg st="0" end="0"/>
                                            </p:txEl>
                                          </p:spTgt>
                                        </p:tgtEl>
                                        <p:attrNameLst>
                                          <p:attrName>style.visibility</p:attrName>
                                        </p:attrNameLst>
                                      </p:cBhvr>
                                      <p:to>
                                        <p:strVal val="visible"/>
                                      </p:to>
                                    </p:set>
                                    <p:animEffect transition="in" filter="fade">
                                      <p:cBhvr>
                                        <p:cTn id="11" dur="500"/>
                                        <p:tgtEl>
                                          <p:spTgt spid="191">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91">
                                            <p:txEl>
                                              <p:charRg st="1" end="1"/>
                                            </p:txEl>
                                          </p:spTgt>
                                        </p:tgtEl>
                                        <p:attrNameLst>
                                          <p:attrName>style.visibility</p:attrName>
                                        </p:attrNameLst>
                                      </p:cBhvr>
                                      <p:to>
                                        <p:strVal val="visible"/>
                                      </p:to>
                                    </p:set>
                                    <p:animEffect transition="in" filter="fade">
                                      <p:cBhvr>
                                        <p:cTn id="15" dur="500"/>
                                        <p:tgtEl>
                                          <p:spTgt spid="191">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91">
                                            <p:txEl>
                                              <p:charRg st="1" end="1"/>
                                            </p:txEl>
                                          </p:spTgt>
                                        </p:tgtEl>
                                        <p:attrNameLst>
                                          <p:attrName>style.visibility</p:attrName>
                                        </p:attrNameLst>
                                      </p:cBhvr>
                                      <p:to>
                                        <p:strVal val="visible"/>
                                      </p:to>
                                    </p:set>
                                    <p:animEffect transition="in" filter="fade">
                                      <p:cBhvr>
                                        <p:cTn id="19" dur="500"/>
                                        <p:tgtEl>
                                          <p:spTgt spid="191">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91">
                                            <p:txEl>
                                              <p:charRg st="1" end="1"/>
                                            </p:txEl>
                                          </p:spTgt>
                                        </p:tgtEl>
                                        <p:attrNameLst>
                                          <p:attrName>style.visibility</p:attrName>
                                        </p:attrNameLst>
                                      </p:cBhvr>
                                      <p:to>
                                        <p:strVal val="visible"/>
                                      </p:to>
                                    </p:set>
                                    <p:animEffect transition="in" filter="fade">
                                      <p:cBhvr>
                                        <p:cTn id="23" dur="500"/>
                                        <p:tgtEl>
                                          <p:spTgt spid="191">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191">
                                            <p:txEl>
                                              <p:charRg st="1" end="1"/>
                                            </p:txEl>
                                          </p:spTgt>
                                        </p:tgtEl>
                                        <p:attrNameLst>
                                          <p:attrName>style.visibility</p:attrName>
                                        </p:attrNameLst>
                                      </p:cBhvr>
                                      <p:to>
                                        <p:strVal val="visible"/>
                                      </p:to>
                                    </p:set>
                                    <p:animEffect transition="in" filter="fade">
                                      <p:cBhvr>
                                        <p:cTn id="27" dur="500"/>
                                        <p:tgtEl>
                                          <p:spTgt spid="191">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191">
                                            <p:txEl>
                                              <p:charRg st="1" end="1"/>
                                            </p:txEl>
                                          </p:spTgt>
                                        </p:tgtEl>
                                        <p:attrNameLst>
                                          <p:attrName>style.visibility</p:attrName>
                                        </p:attrNameLst>
                                      </p:cBhvr>
                                      <p:to>
                                        <p:strVal val="visible"/>
                                      </p:to>
                                    </p:set>
                                    <p:animEffect transition="in" filter="fade">
                                      <p:cBhvr>
                                        <p:cTn id="31" dur="500"/>
                                        <p:tgtEl>
                                          <p:spTgt spid="191">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191">
                                            <p:txEl>
                                              <p:charRg st="1" end="1"/>
                                            </p:txEl>
                                          </p:spTgt>
                                        </p:tgtEl>
                                        <p:attrNameLst>
                                          <p:attrName>style.visibility</p:attrName>
                                        </p:attrNameLst>
                                      </p:cBhvr>
                                      <p:to>
                                        <p:strVal val="visible"/>
                                      </p:to>
                                    </p:set>
                                    <p:animEffect transition="in" filter="fade">
                                      <p:cBhvr>
                                        <p:cTn id="35" dur="500"/>
                                        <p:tgtEl>
                                          <p:spTgt spid="191">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191">
                                            <p:txEl>
                                              <p:charRg st="1" end="1"/>
                                            </p:txEl>
                                          </p:spTgt>
                                        </p:tgtEl>
                                        <p:attrNameLst>
                                          <p:attrName>style.visibility</p:attrName>
                                        </p:attrNameLst>
                                      </p:cBhvr>
                                      <p:to>
                                        <p:strVal val="visible"/>
                                      </p:to>
                                    </p:set>
                                    <p:animEffect transition="in" filter="fade">
                                      <p:cBhvr>
                                        <p:cTn id="39" dur="500"/>
                                        <p:tgtEl>
                                          <p:spTgt spid="191">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191">
                                            <p:txEl>
                                              <p:charRg st="1" end="1"/>
                                            </p:txEl>
                                          </p:spTgt>
                                        </p:tgtEl>
                                        <p:attrNameLst>
                                          <p:attrName>style.visibility</p:attrName>
                                        </p:attrNameLst>
                                      </p:cBhvr>
                                      <p:to>
                                        <p:strVal val="visible"/>
                                      </p:to>
                                    </p:set>
                                    <p:animEffect transition="in" filter="fade">
                                      <p:cBhvr>
                                        <p:cTn id="43" dur="500"/>
                                        <p:tgtEl>
                                          <p:spTgt spid="191">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ue Left">
  <p:cSld name="Blue Left">
    <p:spTree>
      <p:nvGrpSpPr>
        <p:cNvPr id="1" name="Shape 208"/>
        <p:cNvGrpSpPr/>
        <p:nvPr/>
      </p:nvGrpSpPr>
      <p:grpSpPr>
        <a:xfrm>
          <a:off x="0" y="0"/>
          <a:ext cx="0" cy="0"/>
          <a:chOff x="0" y="0"/>
          <a:chExt cx="0" cy="0"/>
        </a:xfrm>
      </p:grpSpPr>
      <p:grpSp>
        <p:nvGrpSpPr>
          <p:cNvPr id="209" name="Google Shape;209;p13"/>
          <p:cNvGrpSpPr/>
          <p:nvPr/>
        </p:nvGrpSpPr>
        <p:grpSpPr>
          <a:xfrm>
            <a:off x="170156" y="134614"/>
            <a:ext cx="3918888" cy="6192390"/>
            <a:chOff x="125766" y="134614"/>
            <a:chExt cx="3918888" cy="6192390"/>
          </a:xfrm>
        </p:grpSpPr>
        <p:sp>
          <p:nvSpPr>
            <p:cNvPr id="210" name="Google Shape;210;p13"/>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11" name="Google Shape;211;p13"/>
            <p:cNvSpPr/>
            <p:nvPr/>
          </p:nvSpPr>
          <p:spPr>
            <a:xfrm>
              <a:off x="125766" y="134614"/>
              <a:ext cx="3918888" cy="5488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12" name="Google Shape;212;p13"/>
          <p:cNvSpPr txBox="1">
            <a:spLocks noGrp="1"/>
          </p:cNvSpPr>
          <p:nvPr>
            <p:ph type="subTitle" idx="1"/>
          </p:nvPr>
        </p:nvSpPr>
        <p:spPr>
          <a:xfrm>
            <a:off x="423332" y="2190750"/>
            <a:ext cx="3335867" cy="37615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3" name="Google Shape;213;p13"/>
          <p:cNvSpPr txBox="1">
            <a:spLocks noGrp="1"/>
          </p:cNvSpPr>
          <p:nvPr>
            <p:ph type="ctrTitle"/>
          </p:nvPr>
        </p:nvSpPr>
        <p:spPr>
          <a:xfrm>
            <a:off x="423333" y="481807"/>
            <a:ext cx="3335866" cy="15700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2800"/>
              <a:buFont typeface="K2D"/>
              <a:buNone/>
              <a:defRPr sz="2800" b="1">
                <a:solidFill>
                  <a:schemeClr val="lt1"/>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4" name="Google Shape;214;p13"/>
          <p:cNvSpPr txBox="1">
            <a:spLocks noGrp="1"/>
          </p:cNvSpPr>
          <p:nvPr>
            <p:ph type="body" idx="2"/>
          </p:nvPr>
        </p:nvSpPr>
        <p:spPr>
          <a:xfrm>
            <a:off x="4210050" y="1233577"/>
            <a:ext cx="7685088" cy="488255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15" name="Google Shape;215;p13"/>
          <p:cNvPicPr preferRelativeResize="0"/>
          <p:nvPr/>
        </p:nvPicPr>
        <p:blipFill rotWithShape="1">
          <a:blip r:embed="rId2">
            <a:alphaModFix/>
          </a:blip>
          <a:srcRect/>
          <a:stretch/>
        </p:blipFill>
        <p:spPr>
          <a:xfrm>
            <a:off x="3857565" y="285479"/>
            <a:ext cx="457200" cy="457200"/>
          </a:xfrm>
          <a:prstGeom prst="rect">
            <a:avLst/>
          </a:prstGeom>
          <a:noFill/>
          <a:ln>
            <a:noFill/>
          </a:ln>
        </p:spPr>
      </p:pic>
      <p:pic>
        <p:nvPicPr>
          <p:cNvPr id="216" name="Google Shape;216;p13"/>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217" name="Google Shape;217;p1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18" name="Google Shape;218;p1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219" name="Google Shape;219;p1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20" name="Google Shape;220;p1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21" name="Google Shape;221;p13"/>
          <p:cNvGrpSpPr/>
          <p:nvPr/>
        </p:nvGrpSpPr>
        <p:grpSpPr>
          <a:xfrm>
            <a:off x="817685" y="6410864"/>
            <a:ext cx="2760487" cy="403790"/>
            <a:chOff x="741485" y="6410864"/>
            <a:chExt cx="2760487" cy="403790"/>
          </a:xfrm>
        </p:grpSpPr>
        <p:sp>
          <p:nvSpPr>
            <p:cNvPr id="222" name="Google Shape;222;p1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23" name="Google Shape;223;p1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24" name="Google Shape;224;p1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25" name="Google Shape;225;p13"/>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226" name="Google Shape;226;p1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1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Top">
  <p:cSld name="Picture Top">
    <p:bg>
      <p:bgPr>
        <a:solidFill>
          <a:schemeClr val="lt1"/>
        </a:solidFill>
        <a:effectLst/>
      </p:bgPr>
    </p:bg>
    <p:spTree>
      <p:nvGrpSpPr>
        <p:cNvPr id="1" name="Shape 228"/>
        <p:cNvGrpSpPr/>
        <p:nvPr/>
      </p:nvGrpSpPr>
      <p:grpSpPr>
        <a:xfrm>
          <a:off x="0" y="0"/>
          <a:ext cx="0" cy="0"/>
          <a:chOff x="0" y="0"/>
          <a:chExt cx="0" cy="0"/>
        </a:xfrm>
      </p:grpSpPr>
      <p:grpSp>
        <p:nvGrpSpPr>
          <p:cNvPr id="229" name="Google Shape;229;p14"/>
          <p:cNvGrpSpPr/>
          <p:nvPr/>
        </p:nvGrpSpPr>
        <p:grpSpPr>
          <a:xfrm>
            <a:off x="152386" y="134613"/>
            <a:ext cx="11887228" cy="2275212"/>
            <a:chOff x="125766" y="134611"/>
            <a:chExt cx="3918888" cy="6192393"/>
          </a:xfrm>
        </p:grpSpPr>
        <p:sp>
          <p:nvSpPr>
            <p:cNvPr id="230" name="Google Shape;230;p14"/>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31" name="Google Shape;231;p14"/>
            <p:cNvSpPr/>
            <p:nvPr/>
          </p:nvSpPr>
          <p:spPr>
            <a:xfrm>
              <a:off x="125766" y="134611"/>
              <a:ext cx="3918888" cy="124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32" name="Google Shape;232;p14"/>
          <p:cNvSpPr txBox="1">
            <a:spLocks noGrp="1"/>
          </p:cNvSpPr>
          <p:nvPr>
            <p:ph type="subTitle" idx="1"/>
          </p:nvPr>
        </p:nvSpPr>
        <p:spPr>
          <a:xfrm>
            <a:off x="6191250" y="465934"/>
            <a:ext cx="5229225" cy="1634339"/>
          </a:xfrm>
          <a:prstGeom prst="rect">
            <a:avLst/>
          </a:prstGeom>
          <a:noFill/>
          <a:ln>
            <a:noFill/>
          </a:ln>
        </p:spPr>
        <p:txBody>
          <a:bodyPr spcFirstLastPara="1" wrap="square" lIns="91425" tIns="45700" rIns="91425" bIns="45700" anchor="t" anchorCtr="0">
            <a:noAutofit/>
          </a:bodyPr>
          <a:lstStyle>
            <a:lvl1pPr lvl="0" algn="l">
              <a:lnSpc>
                <a:spcPct val="15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3" name="Google Shape;233;p14"/>
          <p:cNvSpPr txBox="1">
            <a:spLocks noGrp="1"/>
          </p:cNvSpPr>
          <p:nvPr>
            <p:ph type="ctrTitle"/>
          </p:nvPr>
        </p:nvSpPr>
        <p:spPr>
          <a:xfrm>
            <a:off x="624705" y="3223632"/>
            <a:ext cx="4928369" cy="14208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2800"/>
              <a:buFont typeface="K2D"/>
              <a:buNone/>
              <a:defRPr sz="28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4" name="Google Shape;234;p14"/>
          <p:cNvSpPr>
            <a:spLocks noGrp="1"/>
          </p:cNvSpPr>
          <p:nvPr>
            <p:ph type="pic" idx="2"/>
          </p:nvPr>
        </p:nvSpPr>
        <p:spPr>
          <a:xfrm>
            <a:off x="625089" y="438150"/>
            <a:ext cx="4927600" cy="2619375"/>
          </a:xfrm>
          <a:prstGeom prst="rect">
            <a:avLst/>
          </a:prstGeom>
          <a:solidFill>
            <a:schemeClr val="lt1"/>
          </a:solidFill>
          <a:ln>
            <a:noFill/>
          </a:ln>
        </p:spPr>
      </p:sp>
      <p:sp>
        <p:nvSpPr>
          <p:cNvPr id="235" name="Google Shape;235;p14"/>
          <p:cNvSpPr/>
          <p:nvPr/>
        </p:nvSpPr>
        <p:spPr>
          <a:xfrm>
            <a:off x="624706" y="3062972"/>
            <a:ext cx="4927984" cy="8855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236" name="Google Shape;236;p14"/>
          <p:cNvPicPr preferRelativeResize="0"/>
          <p:nvPr/>
        </p:nvPicPr>
        <p:blipFill rotWithShape="1">
          <a:blip r:embed="rId2">
            <a:alphaModFix amt="85000"/>
          </a:blip>
          <a:srcRect/>
          <a:stretch/>
        </p:blipFill>
        <p:spPr>
          <a:xfrm>
            <a:off x="7069466" y="2644402"/>
            <a:ext cx="3453753" cy="3402396"/>
          </a:xfrm>
          <a:prstGeom prst="rect">
            <a:avLst/>
          </a:prstGeom>
          <a:noFill/>
          <a:ln>
            <a:noFill/>
          </a:ln>
        </p:spPr>
      </p:pic>
      <p:pic>
        <p:nvPicPr>
          <p:cNvPr id="237" name="Google Shape;237;p14"/>
          <p:cNvPicPr preferRelativeResize="0"/>
          <p:nvPr/>
        </p:nvPicPr>
        <p:blipFill rotWithShape="1">
          <a:blip r:embed="rId3">
            <a:alphaModFix/>
          </a:blip>
          <a:srcRect/>
          <a:stretch/>
        </p:blipFill>
        <p:spPr>
          <a:xfrm>
            <a:off x="11353815" y="2177429"/>
            <a:ext cx="457200" cy="457200"/>
          </a:xfrm>
          <a:prstGeom prst="rect">
            <a:avLst/>
          </a:prstGeom>
          <a:noFill/>
          <a:ln>
            <a:noFill/>
          </a:ln>
        </p:spPr>
      </p:pic>
      <p:pic>
        <p:nvPicPr>
          <p:cNvPr id="238" name="Google Shape;238;p14"/>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39" name="Google Shape;239;p1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40" name="Google Shape;240;p1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241" name="Google Shape;241;p1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42" name="Google Shape;242;p1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43" name="Google Shape;243;p14"/>
          <p:cNvGrpSpPr/>
          <p:nvPr/>
        </p:nvGrpSpPr>
        <p:grpSpPr>
          <a:xfrm>
            <a:off x="817685" y="6410864"/>
            <a:ext cx="2760487" cy="403790"/>
            <a:chOff x="741485" y="6410864"/>
            <a:chExt cx="2760487" cy="403790"/>
          </a:xfrm>
        </p:grpSpPr>
        <p:sp>
          <p:nvSpPr>
            <p:cNvPr id="244" name="Google Shape;244;p1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45" name="Google Shape;245;p1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46" name="Google Shape;246;p1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47" name="Google Shape;247;p14"/>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48" name="Google Shape;248;p1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1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Bottom">
  <p:cSld name="Picture Bottom">
    <p:bg>
      <p:bgPr>
        <a:solidFill>
          <a:schemeClr val="lt1"/>
        </a:solidFill>
        <a:effectLst/>
      </p:bgPr>
    </p:bg>
    <p:spTree>
      <p:nvGrpSpPr>
        <p:cNvPr id="1" name="Shape 250"/>
        <p:cNvGrpSpPr/>
        <p:nvPr/>
      </p:nvGrpSpPr>
      <p:grpSpPr>
        <a:xfrm>
          <a:off x="0" y="0"/>
          <a:ext cx="0" cy="0"/>
          <a:chOff x="0" y="0"/>
          <a:chExt cx="0" cy="0"/>
        </a:xfrm>
      </p:grpSpPr>
      <p:grpSp>
        <p:nvGrpSpPr>
          <p:cNvPr id="251" name="Google Shape;251;p15"/>
          <p:cNvGrpSpPr/>
          <p:nvPr/>
        </p:nvGrpSpPr>
        <p:grpSpPr>
          <a:xfrm>
            <a:off x="152386" y="3979538"/>
            <a:ext cx="11887228" cy="2275212"/>
            <a:chOff x="125766" y="134611"/>
            <a:chExt cx="3918888" cy="6192393"/>
          </a:xfrm>
        </p:grpSpPr>
        <p:sp>
          <p:nvSpPr>
            <p:cNvPr id="252" name="Google Shape;252;p15"/>
            <p:cNvSpPr/>
            <p:nvPr/>
          </p:nvSpPr>
          <p:spPr>
            <a:xfrm>
              <a:off x="125766" y="134614"/>
              <a:ext cx="3918888" cy="6192390"/>
            </a:xfrm>
            <a:prstGeom prst="rect">
              <a:avLst/>
            </a:prstGeom>
            <a:solidFill>
              <a:srgbClr val="1F5C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53" name="Google Shape;253;p15"/>
            <p:cNvSpPr/>
            <p:nvPr/>
          </p:nvSpPr>
          <p:spPr>
            <a:xfrm>
              <a:off x="125766" y="134611"/>
              <a:ext cx="3918888" cy="124432"/>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sp>
        <p:nvSpPr>
          <p:cNvPr id="254" name="Google Shape;254;p15"/>
          <p:cNvSpPr txBox="1">
            <a:spLocks noGrp="1"/>
          </p:cNvSpPr>
          <p:nvPr>
            <p:ph type="subTitle" idx="1"/>
          </p:nvPr>
        </p:nvSpPr>
        <p:spPr>
          <a:xfrm>
            <a:off x="741485" y="4229011"/>
            <a:ext cx="5229225" cy="1634339"/>
          </a:xfrm>
          <a:prstGeom prst="rect">
            <a:avLst/>
          </a:prstGeom>
          <a:noFill/>
          <a:ln>
            <a:noFill/>
          </a:ln>
        </p:spPr>
        <p:txBody>
          <a:bodyPr spcFirstLastPara="1" wrap="square" lIns="91425" tIns="45700" rIns="91425" bIns="45700" anchor="t" anchorCtr="0">
            <a:normAutofit/>
          </a:bodyPr>
          <a:lstStyle>
            <a:lvl1pPr lvl="0" algn="l">
              <a:lnSpc>
                <a:spcPct val="150000"/>
              </a:lnSpc>
              <a:spcBef>
                <a:spcPts val="1000"/>
              </a:spcBef>
              <a:spcAft>
                <a:spcPts val="0"/>
              </a:spcAft>
              <a:buClr>
                <a:schemeClr val="lt1"/>
              </a:buClr>
              <a:buSzPts val="1600"/>
              <a:buNone/>
              <a:defRPr sz="1600" b="0" i="0">
                <a:solidFill>
                  <a:schemeClr val="lt1"/>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5" name="Google Shape;255;p15"/>
          <p:cNvSpPr txBox="1">
            <a:spLocks noGrp="1"/>
          </p:cNvSpPr>
          <p:nvPr>
            <p:ph type="ctrTitle"/>
          </p:nvPr>
        </p:nvSpPr>
        <p:spPr>
          <a:xfrm>
            <a:off x="6569891" y="811935"/>
            <a:ext cx="5229225" cy="1420849"/>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1F5CA9"/>
              </a:buClr>
              <a:buSzPts val="2800"/>
              <a:buFont typeface="K2D"/>
              <a:buNone/>
              <a:defRPr sz="28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15"/>
          <p:cNvSpPr>
            <a:spLocks noGrp="1"/>
          </p:cNvSpPr>
          <p:nvPr>
            <p:ph type="pic" idx="2"/>
          </p:nvPr>
        </p:nvSpPr>
        <p:spPr>
          <a:xfrm>
            <a:off x="6720704" y="2860675"/>
            <a:ext cx="4927600" cy="2619375"/>
          </a:xfrm>
          <a:prstGeom prst="rect">
            <a:avLst/>
          </a:prstGeom>
          <a:solidFill>
            <a:schemeClr val="lt1"/>
          </a:solidFill>
          <a:ln>
            <a:noFill/>
          </a:ln>
        </p:spPr>
      </p:sp>
      <p:sp>
        <p:nvSpPr>
          <p:cNvPr id="257" name="Google Shape;257;p15"/>
          <p:cNvSpPr/>
          <p:nvPr/>
        </p:nvSpPr>
        <p:spPr>
          <a:xfrm>
            <a:off x="6720704" y="2772120"/>
            <a:ext cx="4928369" cy="88554"/>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258" name="Google Shape;258;p15"/>
          <p:cNvPicPr preferRelativeResize="0"/>
          <p:nvPr/>
        </p:nvPicPr>
        <p:blipFill rotWithShape="1">
          <a:blip r:embed="rId2">
            <a:alphaModFix amt="85000"/>
          </a:blip>
          <a:srcRect/>
          <a:stretch/>
        </p:blipFill>
        <p:spPr>
          <a:xfrm>
            <a:off x="1183842" y="373388"/>
            <a:ext cx="3453753" cy="3402396"/>
          </a:xfrm>
          <a:prstGeom prst="rect">
            <a:avLst/>
          </a:prstGeom>
          <a:noFill/>
          <a:ln>
            <a:noFill/>
          </a:ln>
        </p:spPr>
      </p:pic>
      <p:pic>
        <p:nvPicPr>
          <p:cNvPr id="259" name="Google Shape;259;p15"/>
          <p:cNvPicPr preferRelativeResize="0"/>
          <p:nvPr/>
        </p:nvPicPr>
        <p:blipFill rotWithShape="1">
          <a:blip r:embed="rId3">
            <a:alphaModFix/>
          </a:blip>
          <a:srcRect/>
          <a:stretch/>
        </p:blipFill>
        <p:spPr>
          <a:xfrm rot="-5400000">
            <a:off x="222467" y="3759764"/>
            <a:ext cx="457200" cy="457200"/>
          </a:xfrm>
          <a:prstGeom prst="rect">
            <a:avLst/>
          </a:prstGeom>
          <a:noFill/>
          <a:ln>
            <a:noFill/>
          </a:ln>
        </p:spPr>
      </p:pic>
      <p:pic>
        <p:nvPicPr>
          <p:cNvPr id="260" name="Google Shape;260;p15"/>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61" name="Google Shape;261;p1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62" name="Google Shape;262;p15"/>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263" name="Google Shape;263;p15"/>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64" name="Google Shape;264;p15"/>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65" name="Google Shape;265;p15"/>
          <p:cNvGrpSpPr/>
          <p:nvPr/>
        </p:nvGrpSpPr>
        <p:grpSpPr>
          <a:xfrm>
            <a:off x="817685" y="6410864"/>
            <a:ext cx="2760487" cy="403790"/>
            <a:chOff x="741485" y="6410864"/>
            <a:chExt cx="2760487" cy="403790"/>
          </a:xfrm>
        </p:grpSpPr>
        <p:sp>
          <p:nvSpPr>
            <p:cNvPr id="266" name="Google Shape;266;p15"/>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67" name="Google Shape;267;p15"/>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68" name="Google Shape;268;p15"/>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69" name="Google Shape;269;p15"/>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70" name="Google Shape;270;p15"/>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1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ser Information">
  <p:cSld name="User Information">
    <p:bg>
      <p:bgPr>
        <a:solidFill>
          <a:schemeClr val="lt1"/>
        </a:solidFill>
        <a:effectLst/>
      </p:bgPr>
    </p:bg>
    <p:spTree>
      <p:nvGrpSpPr>
        <p:cNvPr id="1" name="Shape 272"/>
        <p:cNvGrpSpPr/>
        <p:nvPr/>
      </p:nvGrpSpPr>
      <p:grpSpPr>
        <a:xfrm>
          <a:off x="0" y="0"/>
          <a:ext cx="0" cy="0"/>
          <a:chOff x="0" y="0"/>
          <a:chExt cx="0" cy="0"/>
        </a:xfrm>
      </p:grpSpPr>
      <p:sp>
        <p:nvSpPr>
          <p:cNvPr id="273" name="Google Shape;273;p16"/>
          <p:cNvSpPr/>
          <p:nvPr/>
        </p:nvSpPr>
        <p:spPr>
          <a:xfrm>
            <a:off x="0" y="2580549"/>
            <a:ext cx="12192000" cy="107901"/>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74" name="Google Shape;274;p16"/>
          <p:cNvSpPr txBox="1">
            <a:spLocks noGrp="1"/>
          </p:cNvSpPr>
          <p:nvPr>
            <p:ph type="subTitle" idx="1"/>
          </p:nvPr>
        </p:nvSpPr>
        <p:spPr>
          <a:xfrm>
            <a:off x="3501972" y="3856819"/>
            <a:ext cx="7445428" cy="2304603"/>
          </a:xfrm>
          <a:prstGeom prst="rect">
            <a:avLst/>
          </a:prstGeom>
          <a:noFill/>
          <a:ln>
            <a:noFill/>
          </a:ln>
        </p:spPr>
        <p:txBody>
          <a:bodyPr spcFirstLastPara="1" wrap="square" lIns="91425" tIns="45700" rIns="91425" bIns="45700" anchor="t" anchorCtr="0">
            <a:normAutofit/>
          </a:bodyPr>
          <a:lstStyle>
            <a:lvl1pPr lvl="0" algn="l">
              <a:lnSpc>
                <a:spcPct val="100000"/>
              </a:lnSpc>
              <a:spcBef>
                <a:spcPts val="1000"/>
              </a:spcBef>
              <a:spcAft>
                <a:spcPts val="0"/>
              </a:spcAft>
              <a:buClr>
                <a:srgbClr val="000000"/>
              </a:buClr>
              <a:buSzPts val="1600"/>
              <a:buNone/>
              <a:defRPr sz="1600" b="0" i="0">
                <a:solidFill>
                  <a:srgbClr val="000000"/>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5" name="Google Shape;275;p16"/>
          <p:cNvSpPr txBox="1">
            <a:spLocks noGrp="1"/>
          </p:cNvSpPr>
          <p:nvPr>
            <p:ph type="ctrTitle"/>
          </p:nvPr>
        </p:nvSpPr>
        <p:spPr>
          <a:xfrm>
            <a:off x="3503437" y="2747660"/>
            <a:ext cx="7443963" cy="9044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6" name="Google Shape;276;p16"/>
          <p:cNvSpPr>
            <a:spLocks noGrp="1"/>
          </p:cNvSpPr>
          <p:nvPr>
            <p:ph type="pic" idx="2"/>
          </p:nvPr>
        </p:nvSpPr>
        <p:spPr>
          <a:xfrm>
            <a:off x="0" y="0"/>
            <a:ext cx="12192000" cy="2584938"/>
          </a:xfrm>
          <a:prstGeom prst="rect">
            <a:avLst/>
          </a:prstGeom>
          <a:solidFill>
            <a:srgbClr val="F2F2F2"/>
          </a:solidFill>
          <a:ln>
            <a:noFill/>
          </a:ln>
        </p:spPr>
      </p:sp>
      <p:sp>
        <p:nvSpPr>
          <p:cNvPr id="277" name="Google Shape;277;p16"/>
          <p:cNvSpPr>
            <a:spLocks noGrp="1"/>
          </p:cNvSpPr>
          <p:nvPr>
            <p:ph type="pic" idx="3"/>
          </p:nvPr>
        </p:nvSpPr>
        <p:spPr>
          <a:xfrm>
            <a:off x="664144" y="1144291"/>
            <a:ext cx="2601302" cy="2606040"/>
          </a:xfrm>
          <a:prstGeom prst="ellipse">
            <a:avLst/>
          </a:prstGeom>
          <a:solidFill>
            <a:srgbClr val="F2F2F2"/>
          </a:solidFill>
          <a:ln w="38100" cap="flat" cmpd="sng">
            <a:solidFill>
              <a:schemeClr val="lt1"/>
            </a:solidFill>
            <a:prstDash val="solid"/>
            <a:miter lim="800000"/>
            <a:headEnd type="none" w="sm" len="sm"/>
            <a:tailEnd type="none" w="sm" len="sm"/>
          </a:ln>
        </p:spPr>
      </p:sp>
      <p:sp>
        <p:nvSpPr>
          <p:cNvPr id="278" name="Google Shape;278;p16"/>
          <p:cNvSpPr/>
          <p:nvPr/>
        </p:nvSpPr>
        <p:spPr>
          <a:xfrm>
            <a:off x="3631224" y="3726827"/>
            <a:ext cx="1820007" cy="45719"/>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79" name="Google Shape;279;p16"/>
          <p:cNvSpPr>
            <a:spLocks noGrp="1"/>
          </p:cNvSpPr>
          <p:nvPr>
            <p:ph type="pic" idx="4"/>
          </p:nvPr>
        </p:nvSpPr>
        <p:spPr>
          <a:xfrm>
            <a:off x="10348756" y="4679980"/>
            <a:ext cx="1574800" cy="1589422"/>
          </a:xfrm>
          <a:prstGeom prst="rect">
            <a:avLst/>
          </a:prstGeom>
          <a:noFill/>
          <a:ln>
            <a:noFill/>
          </a:ln>
        </p:spPr>
      </p:sp>
      <p:pic>
        <p:nvPicPr>
          <p:cNvPr id="280" name="Google Shape;280;p16"/>
          <p:cNvPicPr preferRelativeResize="0"/>
          <p:nvPr/>
        </p:nvPicPr>
        <p:blipFill rotWithShape="1">
          <a:blip r:embed="rId2">
            <a:alphaModFix amt="85000"/>
          </a:blip>
          <a:srcRect/>
          <a:stretch/>
        </p:blipFill>
        <p:spPr>
          <a:xfrm>
            <a:off x="4839319" y="3749686"/>
            <a:ext cx="2513362" cy="2475989"/>
          </a:xfrm>
          <a:prstGeom prst="rect">
            <a:avLst/>
          </a:prstGeom>
          <a:noFill/>
          <a:ln>
            <a:noFill/>
          </a:ln>
        </p:spPr>
      </p:pic>
      <p:pic>
        <p:nvPicPr>
          <p:cNvPr id="281" name="Google Shape;281;p16"/>
          <p:cNvPicPr preferRelativeResize="0"/>
          <p:nvPr/>
        </p:nvPicPr>
        <p:blipFill rotWithShape="1">
          <a:blip r:embed="rId3">
            <a:alphaModFix/>
          </a:blip>
          <a:srcRect/>
          <a:stretch/>
        </p:blipFill>
        <p:spPr>
          <a:xfrm>
            <a:off x="3209872" y="3047462"/>
            <a:ext cx="292100" cy="292100"/>
          </a:xfrm>
          <a:prstGeom prst="rect">
            <a:avLst/>
          </a:prstGeom>
          <a:noFill/>
          <a:ln>
            <a:noFill/>
          </a:ln>
        </p:spPr>
      </p:pic>
      <p:pic>
        <p:nvPicPr>
          <p:cNvPr id="282" name="Google Shape;282;p16"/>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283" name="Google Shape;283;p1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284" name="Google Shape;284;p16"/>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285" name="Google Shape;285;p16"/>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286" name="Google Shape;286;p16"/>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287" name="Google Shape;287;p16"/>
          <p:cNvGrpSpPr/>
          <p:nvPr/>
        </p:nvGrpSpPr>
        <p:grpSpPr>
          <a:xfrm>
            <a:off x="817685" y="6410864"/>
            <a:ext cx="2760487" cy="403790"/>
            <a:chOff x="741485" y="6410864"/>
            <a:chExt cx="2760487" cy="403790"/>
          </a:xfrm>
        </p:grpSpPr>
        <p:sp>
          <p:nvSpPr>
            <p:cNvPr id="288" name="Google Shape;288;p1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289" name="Google Shape;289;p1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290" name="Google Shape;290;p16"/>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291" name="Google Shape;291;p16"/>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292" name="Google Shape;292;p1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1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5"/>
                                        </p:tgtEl>
                                        <p:attrNameLst>
                                          <p:attrName>style.visibility</p:attrName>
                                        </p:attrNameLst>
                                      </p:cBhvr>
                                      <p:to>
                                        <p:strVal val="visible"/>
                                      </p:to>
                                    </p:set>
                                    <p:animEffect transition="in" filter="fade">
                                      <p:cBhvr>
                                        <p:cTn id="7" dur="10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4"/>
        <p:cNvGrpSpPr/>
        <p:nvPr/>
      </p:nvGrpSpPr>
      <p:grpSpPr>
        <a:xfrm>
          <a:off x="0" y="0"/>
          <a:ext cx="0" cy="0"/>
          <a:chOff x="0" y="0"/>
          <a:chExt cx="0" cy="0"/>
        </a:xfrm>
      </p:grpSpPr>
      <p:sp>
        <p:nvSpPr>
          <p:cNvPr id="295" name="Google Shape;295;p17"/>
          <p:cNvSpPr txBox="1">
            <a:spLocks noGrp="1"/>
          </p:cNvSpPr>
          <p:nvPr>
            <p:ph type="title"/>
          </p:nvPr>
        </p:nvSpPr>
        <p:spPr>
          <a:xfrm>
            <a:off x="839788" y="365125"/>
            <a:ext cx="10515600" cy="9388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600"/>
              <a:buFont typeface="K2D"/>
              <a:buNone/>
              <a:defRPr sz="36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17"/>
          <p:cNvSpPr txBox="1">
            <a:spLocks noGrp="1"/>
          </p:cNvSpPr>
          <p:nvPr>
            <p:ph type="body" idx="1"/>
          </p:nvPr>
        </p:nvSpPr>
        <p:spPr>
          <a:xfrm>
            <a:off x="839789" y="1919678"/>
            <a:ext cx="504666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AFEF"/>
              </a:buClr>
              <a:buSzPts val="2800"/>
              <a:buNone/>
              <a:defRPr sz="2800" b="1">
                <a:solidFill>
                  <a:srgbClr val="00AFEF"/>
                </a:solidFill>
                <a:latin typeface="K2D"/>
                <a:ea typeface="K2D"/>
                <a:cs typeface="K2D"/>
                <a:sym typeface="K2D"/>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7" name="Google Shape;297;p17"/>
          <p:cNvSpPr txBox="1">
            <a:spLocks noGrp="1"/>
          </p:cNvSpPr>
          <p:nvPr>
            <p:ph type="body" idx="2"/>
          </p:nvPr>
        </p:nvSpPr>
        <p:spPr>
          <a:xfrm>
            <a:off x="839788" y="3006726"/>
            <a:ext cx="5046662" cy="31094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8" name="Google Shape;298;p17"/>
          <p:cNvSpPr txBox="1">
            <a:spLocks noGrp="1"/>
          </p:cNvSpPr>
          <p:nvPr>
            <p:ph type="body" idx="3"/>
          </p:nvPr>
        </p:nvSpPr>
        <p:spPr>
          <a:xfrm>
            <a:off x="6308727" y="1919678"/>
            <a:ext cx="504666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00AFEF"/>
              </a:buClr>
              <a:buSzPts val="2800"/>
              <a:buNone/>
              <a:defRPr sz="2800" b="1">
                <a:solidFill>
                  <a:srgbClr val="00AFEF"/>
                </a:solidFill>
                <a:latin typeface="K2D"/>
                <a:ea typeface="K2D"/>
                <a:cs typeface="K2D"/>
                <a:sym typeface="K2D"/>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9" name="Google Shape;299;p17"/>
          <p:cNvSpPr txBox="1">
            <a:spLocks noGrp="1"/>
          </p:cNvSpPr>
          <p:nvPr>
            <p:ph type="body" idx="4"/>
          </p:nvPr>
        </p:nvSpPr>
        <p:spPr>
          <a:xfrm>
            <a:off x="6308726" y="3006726"/>
            <a:ext cx="5046662" cy="310940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000"/>
              <a:buNone/>
              <a:defRPr sz="20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400"/>
              <a:buNone/>
              <a:defRPr sz="14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00" name="Google Shape;300;p17"/>
          <p:cNvPicPr preferRelativeResize="0"/>
          <p:nvPr/>
        </p:nvPicPr>
        <p:blipFill rotWithShape="1">
          <a:blip r:embed="rId2">
            <a:alphaModFix/>
          </a:blip>
          <a:srcRect/>
          <a:stretch/>
        </p:blipFill>
        <p:spPr>
          <a:xfrm>
            <a:off x="478656" y="688507"/>
            <a:ext cx="292100" cy="292100"/>
          </a:xfrm>
          <a:prstGeom prst="rect">
            <a:avLst/>
          </a:prstGeom>
          <a:noFill/>
          <a:ln>
            <a:noFill/>
          </a:ln>
        </p:spPr>
      </p:pic>
      <p:pic>
        <p:nvPicPr>
          <p:cNvPr id="301" name="Google Shape;301;p17"/>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02" name="Google Shape;302;p1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03" name="Google Shape;303;p17"/>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04" name="Google Shape;304;p17"/>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05" name="Google Shape;305;p17"/>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06" name="Google Shape;306;p17"/>
          <p:cNvGrpSpPr/>
          <p:nvPr/>
        </p:nvGrpSpPr>
        <p:grpSpPr>
          <a:xfrm>
            <a:off x="817685" y="6410864"/>
            <a:ext cx="2760487" cy="403790"/>
            <a:chOff x="741485" y="6410864"/>
            <a:chExt cx="2760487" cy="403790"/>
          </a:xfrm>
        </p:grpSpPr>
        <p:sp>
          <p:nvSpPr>
            <p:cNvPr id="307" name="Google Shape;307;p1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08" name="Google Shape;308;p1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09" name="Google Shape;309;p17"/>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310" name="Google Shape;310;p17"/>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311" name="Google Shape;311;p1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2" name="Google Shape;312;p1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allery">
  <p:cSld name="Gallery">
    <p:spTree>
      <p:nvGrpSpPr>
        <p:cNvPr id="1" name="Shape 313"/>
        <p:cNvGrpSpPr/>
        <p:nvPr/>
      </p:nvGrpSpPr>
      <p:grpSpPr>
        <a:xfrm>
          <a:off x="0" y="0"/>
          <a:ext cx="0" cy="0"/>
          <a:chOff x="0" y="0"/>
          <a:chExt cx="0" cy="0"/>
        </a:xfrm>
      </p:grpSpPr>
      <p:sp>
        <p:nvSpPr>
          <p:cNvPr id="314" name="Google Shape;314;p18"/>
          <p:cNvSpPr>
            <a:spLocks noGrp="1"/>
          </p:cNvSpPr>
          <p:nvPr>
            <p:ph type="pic" idx="2"/>
          </p:nvPr>
        </p:nvSpPr>
        <p:spPr>
          <a:xfrm>
            <a:off x="741487" y="465301"/>
            <a:ext cx="3657600" cy="2743200"/>
          </a:xfrm>
          <a:prstGeom prst="rect">
            <a:avLst/>
          </a:prstGeom>
          <a:noFill/>
          <a:ln w="57150" cap="flat" cmpd="sng">
            <a:solidFill>
              <a:srgbClr val="F2F2F2"/>
            </a:solidFill>
            <a:prstDash val="solid"/>
            <a:miter lim="800000"/>
            <a:headEnd type="none" w="sm" len="sm"/>
            <a:tailEnd type="none" w="sm" len="sm"/>
          </a:ln>
        </p:spPr>
      </p:sp>
      <p:sp>
        <p:nvSpPr>
          <p:cNvPr id="315" name="Google Shape;315;p18"/>
          <p:cNvSpPr>
            <a:spLocks noGrp="1"/>
          </p:cNvSpPr>
          <p:nvPr>
            <p:ph type="pic" idx="3"/>
          </p:nvPr>
        </p:nvSpPr>
        <p:spPr>
          <a:xfrm>
            <a:off x="4678998" y="465301"/>
            <a:ext cx="3571623" cy="2743200"/>
          </a:xfrm>
          <a:prstGeom prst="rect">
            <a:avLst/>
          </a:prstGeom>
          <a:noFill/>
          <a:ln w="57150" cap="flat" cmpd="sng">
            <a:solidFill>
              <a:srgbClr val="F2F2F2"/>
            </a:solidFill>
            <a:prstDash val="solid"/>
            <a:miter lim="800000"/>
            <a:headEnd type="none" w="sm" len="sm"/>
            <a:tailEnd type="none" w="sm" len="sm"/>
          </a:ln>
        </p:spPr>
      </p:sp>
      <p:sp>
        <p:nvSpPr>
          <p:cNvPr id="316" name="Google Shape;316;p18"/>
          <p:cNvSpPr>
            <a:spLocks noGrp="1"/>
          </p:cNvSpPr>
          <p:nvPr>
            <p:ph type="pic" idx="4"/>
          </p:nvPr>
        </p:nvSpPr>
        <p:spPr>
          <a:xfrm>
            <a:off x="8530533" y="474155"/>
            <a:ext cx="2743200" cy="2743200"/>
          </a:xfrm>
          <a:prstGeom prst="rect">
            <a:avLst/>
          </a:prstGeom>
          <a:noFill/>
          <a:ln w="57150" cap="flat" cmpd="sng">
            <a:solidFill>
              <a:srgbClr val="F2F2F2"/>
            </a:solidFill>
            <a:prstDash val="solid"/>
            <a:miter lim="800000"/>
            <a:headEnd type="none" w="sm" len="sm"/>
            <a:tailEnd type="none" w="sm" len="sm"/>
          </a:ln>
        </p:spPr>
      </p:sp>
      <p:sp>
        <p:nvSpPr>
          <p:cNvPr id="317" name="Google Shape;317;p18"/>
          <p:cNvSpPr>
            <a:spLocks noGrp="1"/>
          </p:cNvSpPr>
          <p:nvPr>
            <p:ph type="pic" idx="5"/>
          </p:nvPr>
        </p:nvSpPr>
        <p:spPr>
          <a:xfrm>
            <a:off x="7484734" y="3450874"/>
            <a:ext cx="3788999" cy="2743200"/>
          </a:xfrm>
          <a:prstGeom prst="rect">
            <a:avLst/>
          </a:prstGeom>
          <a:noFill/>
          <a:ln w="57150" cap="flat" cmpd="sng">
            <a:solidFill>
              <a:srgbClr val="F2F2F2"/>
            </a:solidFill>
            <a:prstDash val="solid"/>
            <a:miter lim="800000"/>
            <a:headEnd type="none" w="sm" len="sm"/>
            <a:tailEnd type="none" w="sm" len="sm"/>
          </a:ln>
        </p:spPr>
      </p:sp>
      <p:sp>
        <p:nvSpPr>
          <p:cNvPr id="318" name="Google Shape;318;p18"/>
          <p:cNvSpPr>
            <a:spLocks noGrp="1"/>
          </p:cNvSpPr>
          <p:nvPr>
            <p:ph type="pic" idx="6"/>
          </p:nvPr>
        </p:nvSpPr>
        <p:spPr>
          <a:xfrm>
            <a:off x="741485" y="3450874"/>
            <a:ext cx="6477000" cy="2743200"/>
          </a:xfrm>
          <a:prstGeom prst="rect">
            <a:avLst/>
          </a:prstGeom>
          <a:noFill/>
          <a:ln w="57150" cap="flat" cmpd="sng">
            <a:solidFill>
              <a:srgbClr val="F2F2F2"/>
            </a:solidFill>
            <a:prstDash val="solid"/>
            <a:miter lim="800000"/>
            <a:headEnd type="none" w="sm" len="sm"/>
            <a:tailEnd type="none" w="sm" len="sm"/>
          </a:ln>
        </p:spPr>
      </p:sp>
      <p:pic>
        <p:nvPicPr>
          <p:cNvPr id="319" name="Google Shape;319;p18"/>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20" name="Google Shape;320;p1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21" name="Google Shape;321;p1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22" name="Google Shape;322;p1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23" name="Google Shape;323;p1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24" name="Google Shape;324;p18"/>
          <p:cNvGrpSpPr/>
          <p:nvPr/>
        </p:nvGrpSpPr>
        <p:grpSpPr>
          <a:xfrm>
            <a:off x="817685" y="6410864"/>
            <a:ext cx="2760487" cy="403790"/>
            <a:chOff x="741485" y="6410864"/>
            <a:chExt cx="2760487" cy="403790"/>
          </a:xfrm>
        </p:grpSpPr>
        <p:sp>
          <p:nvSpPr>
            <p:cNvPr id="325" name="Google Shape;325;p1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26" name="Google Shape;326;p1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27" name="Google Shape;327;p1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328" name="Google Shape;328;p18"/>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29" name="Google Shape;329;p1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1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14"/>
                                        </p:tgtEl>
                                        <p:attrNameLst>
                                          <p:attrName>style.visibility</p:attrName>
                                        </p:attrNameLst>
                                      </p:cBhvr>
                                      <p:to>
                                        <p:strVal val="visible"/>
                                      </p:to>
                                    </p:set>
                                    <p:anim calcmode="lin" valueType="num">
                                      <p:cBhvr additive="base">
                                        <p:cTn id="7" dur="1000"/>
                                        <p:tgtEl>
                                          <p:spTgt spid="314"/>
                                        </p:tgtEl>
                                        <p:attrNameLst>
                                          <p:attrName>ppt_w</p:attrName>
                                        </p:attrNameLst>
                                      </p:cBhvr>
                                      <p:tavLst>
                                        <p:tav tm="0">
                                          <p:val>
                                            <p:strVal val="0"/>
                                          </p:val>
                                        </p:tav>
                                        <p:tav tm="100000">
                                          <p:val>
                                            <p:strVal val="#ppt_w"/>
                                          </p:val>
                                        </p:tav>
                                      </p:tavLst>
                                    </p:anim>
                                    <p:anim calcmode="lin" valueType="num">
                                      <p:cBhvr additive="base">
                                        <p:cTn id="8" dur="1000"/>
                                        <p:tgtEl>
                                          <p:spTgt spid="314"/>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15"/>
                                        </p:tgtEl>
                                        <p:attrNameLst>
                                          <p:attrName>style.visibility</p:attrName>
                                        </p:attrNameLst>
                                      </p:cBhvr>
                                      <p:to>
                                        <p:strVal val="visible"/>
                                      </p:to>
                                    </p:set>
                                    <p:anim calcmode="lin" valueType="num">
                                      <p:cBhvr additive="base">
                                        <p:cTn id="11" dur="1000"/>
                                        <p:tgtEl>
                                          <p:spTgt spid="315"/>
                                        </p:tgtEl>
                                        <p:attrNameLst>
                                          <p:attrName>ppt_w</p:attrName>
                                        </p:attrNameLst>
                                      </p:cBhvr>
                                      <p:tavLst>
                                        <p:tav tm="0">
                                          <p:val>
                                            <p:strVal val="0"/>
                                          </p:val>
                                        </p:tav>
                                        <p:tav tm="100000">
                                          <p:val>
                                            <p:strVal val="#ppt_w"/>
                                          </p:val>
                                        </p:tav>
                                      </p:tavLst>
                                    </p:anim>
                                    <p:anim calcmode="lin" valueType="num">
                                      <p:cBhvr additive="base">
                                        <p:cTn id="12" dur="1000"/>
                                        <p:tgtEl>
                                          <p:spTgt spid="315"/>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316"/>
                                        </p:tgtEl>
                                        <p:attrNameLst>
                                          <p:attrName>style.visibility</p:attrName>
                                        </p:attrNameLst>
                                      </p:cBhvr>
                                      <p:to>
                                        <p:strVal val="visible"/>
                                      </p:to>
                                    </p:set>
                                    <p:anim calcmode="lin" valueType="num">
                                      <p:cBhvr additive="base">
                                        <p:cTn id="15" dur="1000"/>
                                        <p:tgtEl>
                                          <p:spTgt spid="316"/>
                                        </p:tgtEl>
                                        <p:attrNameLst>
                                          <p:attrName>ppt_w</p:attrName>
                                        </p:attrNameLst>
                                      </p:cBhvr>
                                      <p:tavLst>
                                        <p:tav tm="0">
                                          <p:val>
                                            <p:strVal val="0"/>
                                          </p:val>
                                        </p:tav>
                                        <p:tav tm="100000">
                                          <p:val>
                                            <p:strVal val="#ppt_w"/>
                                          </p:val>
                                        </p:tav>
                                      </p:tavLst>
                                    </p:anim>
                                    <p:anim calcmode="lin" valueType="num">
                                      <p:cBhvr additive="base">
                                        <p:cTn id="16" dur="1000"/>
                                        <p:tgtEl>
                                          <p:spTgt spid="316"/>
                                        </p:tgtEl>
                                        <p:attrNameLst>
                                          <p:attrName>ppt_h</p:attrName>
                                        </p:attrNameLst>
                                      </p:cBhvr>
                                      <p:tavLst>
                                        <p:tav tm="0">
                                          <p:val>
                                            <p:strVal val="0"/>
                                          </p:val>
                                        </p:tav>
                                        <p:tav tm="100000">
                                          <p:val>
                                            <p:strVal val="#ppt_h"/>
                                          </p:val>
                                        </p:tav>
                                      </p:tavLst>
                                    </p:anim>
                                  </p:childTnLst>
                                </p:cTn>
                              </p:par>
                              <p:par>
                                <p:cTn id="17" presetID="23" presetClass="entr" presetSubtype="16" fill="hold" nodeType="withEffect">
                                  <p:stCondLst>
                                    <p:cond delay="0"/>
                                  </p:stCondLst>
                                  <p:childTnLst>
                                    <p:set>
                                      <p:cBhvr>
                                        <p:cTn id="18" dur="1" fill="hold">
                                          <p:stCondLst>
                                            <p:cond delay="0"/>
                                          </p:stCondLst>
                                        </p:cTn>
                                        <p:tgtEl>
                                          <p:spTgt spid="317"/>
                                        </p:tgtEl>
                                        <p:attrNameLst>
                                          <p:attrName>style.visibility</p:attrName>
                                        </p:attrNameLst>
                                      </p:cBhvr>
                                      <p:to>
                                        <p:strVal val="visible"/>
                                      </p:to>
                                    </p:set>
                                    <p:anim calcmode="lin" valueType="num">
                                      <p:cBhvr additive="base">
                                        <p:cTn id="19" dur="1000"/>
                                        <p:tgtEl>
                                          <p:spTgt spid="317"/>
                                        </p:tgtEl>
                                        <p:attrNameLst>
                                          <p:attrName>ppt_w</p:attrName>
                                        </p:attrNameLst>
                                      </p:cBhvr>
                                      <p:tavLst>
                                        <p:tav tm="0">
                                          <p:val>
                                            <p:strVal val="0"/>
                                          </p:val>
                                        </p:tav>
                                        <p:tav tm="100000">
                                          <p:val>
                                            <p:strVal val="#ppt_w"/>
                                          </p:val>
                                        </p:tav>
                                      </p:tavLst>
                                    </p:anim>
                                    <p:anim calcmode="lin" valueType="num">
                                      <p:cBhvr additive="base">
                                        <p:cTn id="20" dur="1000"/>
                                        <p:tgtEl>
                                          <p:spTgt spid="317"/>
                                        </p:tgtEl>
                                        <p:attrNameLst>
                                          <p:attrName>ppt_h</p:attrName>
                                        </p:attrNameLst>
                                      </p:cBhvr>
                                      <p:tavLst>
                                        <p:tav tm="0">
                                          <p:val>
                                            <p:strVal val="0"/>
                                          </p:val>
                                        </p:tav>
                                        <p:tav tm="100000">
                                          <p:val>
                                            <p:strVal val="#ppt_h"/>
                                          </p:val>
                                        </p:tav>
                                      </p:tavLst>
                                    </p:anim>
                                  </p:childTnLst>
                                </p:cTn>
                              </p:par>
                              <p:par>
                                <p:cTn id="21" presetID="23" presetClass="entr" presetSubtype="16" fill="hold" nodeType="withEffect">
                                  <p:stCondLst>
                                    <p:cond delay="0"/>
                                  </p:stCondLst>
                                  <p:childTnLst>
                                    <p:set>
                                      <p:cBhvr>
                                        <p:cTn id="22" dur="1" fill="hold">
                                          <p:stCondLst>
                                            <p:cond delay="0"/>
                                          </p:stCondLst>
                                        </p:cTn>
                                        <p:tgtEl>
                                          <p:spTgt spid="318"/>
                                        </p:tgtEl>
                                        <p:attrNameLst>
                                          <p:attrName>style.visibility</p:attrName>
                                        </p:attrNameLst>
                                      </p:cBhvr>
                                      <p:to>
                                        <p:strVal val="visible"/>
                                      </p:to>
                                    </p:set>
                                    <p:anim calcmode="lin" valueType="num">
                                      <p:cBhvr additive="base">
                                        <p:cTn id="23" dur="1000"/>
                                        <p:tgtEl>
                                          <p:spTgt spid="318"/>
                                        </p:tgtEl>
                                        <p:attrNameLst>
                                          <p:attrName>ppt_w</p:attrName>
                                        </p:attrNameLst>
                                      </p:cBhvr>
                                      <p:tavLst>
                                        <p:tav tm="0">
                                          <p:val>
                                            <p:strVal val="0"/>
                                          </p:val>
                                        </p:tav>
                                        <p:tav tm="100000">
                                          <p:val>
                                            <p:strVal val="#ppt_w"/>
                                          </p:val>
                                        </p:tav>
                                      </p:tavLst>
                                    </p:anim>
                                    <p:anim calcmode="lin" valueType="num">
                                      <p:cBhvr additive="base">
                                        <p:cTn id="24" dur="1000"/>
                                        <p:tgtEl>
                                          <p:spTgt spid="31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331"/>
        <p:cNvGrpSpPr/>
        <p:nvPr/>
      </p:nvGrpSpPr>
      <p:grpSpPr>
        <a:xfrm>
          <a:off x="0" y="0"/>
          <a:ext cx="0" cy="0"/>
          <a:chOff x="0" y="0"/>
          <a:chExt cx="0" cy="0"/>
        </a:xfrm>
      </p:grpSpPr>
      <p:cxnSp>
        <p:nvCxnSpPr>
          <p:cNvPr id="332" name="Google Shape;332;p19"/>
          <p:cNvCxnSpPr/>
          <p:nvPr/>
        </p:nvCxnSpPr>
        <p:spPr>
          <a:xfrm>
            <a:off x="6096000"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sp>
        <p:nvSpPr>
          <p:cNvPr id="333" name="Google Shape;333;p19"/>
          <p:cNvSpPr>
            <a:spLocks noGrp="1"/>
          </p:cNvSpPr>
          <p:nvPr>
            <p:ph type="pic" idx="2"/>
          </p:nvPr>
        </p:nvSpPr>
        <p:spPr>
          <a:xfrm>
            <a:off x="897765" y="1162050"/>
            <a:ext cx="4697377" cy="1949450"/>
          </a:xfrm>
          <a:prstGeom prst="rect">
            <a:avLst/>
          </a:prstGeom>
          <a:noFill/>
          <a:ln>
            <a:noFill/>
          </a:ln>
        </p:spPr>
      </p:sp>
      <p:sp>
        <p:nvSpPr>
          <p:cNvPr id="334" name="Google Shape;334;p19"/>
          <p:cNvSpPr>
            <a:spLocks noGrp="1"/>
          </p:cNvSpPr>
          <p:nvPr>
            <p:ph type="pic" idx="3"/>
          </p:nvPr>
        </p:nvSpPr>
        <p:spPr>
          <a:xfrm>
            <a:off x="6597297" y="1162050"/>
            <a:ext cx="4697377" cy="1949450"/>
          </a:xfrm>
          <a:prstGeom prst="rect">
            <a:avLst/>
          </a:prstGeom>
          <a:noFill/>
          <a:ln>
            <a:noFill/>
          </a:ln>
        </p:spPr>
      </p:sp>
      <p:sp>
        <p:nvSpPr>
          <p:cNvPr id="335" name="Google Shape;335;p19"/>
          <p:cNvSpPr txBox="1">
            <a:spLocks noGrp="1"/>
          </p:cNvSpPr>
          <p:nvPr>
            <p:ph type="body" idx="1"/>
          </p:nvPr>
        </p:nvSpPr>
        <p:spPr>
          <a:xfrm>
            <a:off x="898361" y="3302000"/>
            <a:ext cx="469574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6" name="Google Shape;336;p19"/>
          <p:cNvSpPr txBox="1">
            <a:spLocks noGrp="1"/>
          </p:cNvSpPr>
          <p:nvPr>
            <p:ph type="body" idx="4"/>
          </p:nvPr>
        </p:nvSpPr>
        <p:spPr>
          <a:xfrm>
            <a:off x="6597892" y="3302000"/>
            <a:ext cx="469574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7" name="Google Shape;337;p19"/>
          <p:cNvSpPr/>
          <p:nvPr/>
        </p:nvSpPr>
        <p:spPr>
          <a:xfrm rot="10800000">
            <a:off x="898257" y="3126125"/>
            <a:ext cx="4692825"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38" name="Google Shape;338;p19"/>
          <p:cNvSpPr/>
          <p:nvPr/>
        </p:nvSpPr>
        <p:spPr>
          <a:xfrm rot="10800000">
            <a:off x="6597788" y="3126125"/>
            <a:ext cx="4692825"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339" name="Google Shape;339;p19"/>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40" name="Google Shape;340;p1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41" name="Google Shape;341;p1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42" name="Google Shape;342;p1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43" name="Google Shape;343;p1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44" name="Google Shape;344;p19"/>
          <p:cNvGrpSpPr/>
          <p:nvPr/>
        </p:nvGrpSpPr>
        <p:grpSpPr>
          <a:xfrm>
            <a:off x="817685" y="6410864"/>
            <a:ext cx="2760487" cy="403790"/>
            <a:chOff x="741485" y="6410864"/>
            <a:chExt cx="2760487" cy="403790"/>
          </a:xfrm>
        </p:grpSpPr>
        <p:sp>
          <p:nvSpPr>
            <p:cNvPr id="345" name="Google Shape;345;p1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46" name="Google Shape;346;p1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47" name="Google Shape;347;p1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348" name="Google Shape;348;p19"/>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49" name="Google Shape;349;p1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1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351"/>
        <p:cNvGrpSpPr/>
        <p:nvPr/>
      </p:nvGrpSpPr>
      <p:grpSpPr>
        <a:xfrm>
          <a:off x="0" y="0"/>
          <a:ext cx="0" cy="0"/>
          <a:chOff x="0" y="0"/>
          <a:chExt cx="0" cy="0"/>
        </a:xfrm>
      </p:grpSpPr>
      <p:sp>
        <p:nvSpPr>
          <p:cNvPr id="352" name="Google Shape;352;p20"/>
          <p:cNvSpPr>
            <a:spLocks noGrp="1"/>
          </p:cNvSpPr>
          <p:nvPr>
            <p:ph type="pic" idx="2"/>
          </p:nvPr>
        </p:nvSpPr>
        <p:spPr>
          <a:xfrm>
            <a:off x="329375" y="1162050"/>
            <a:ext cx="3368256" cy="1949450"/>
          </a:xfrm>
          <a:prstGeom prst="rect">
            <a:avLst/>
          </a:prstGeom>
          <a:noFill/>
          <a:ln>
            <a:noFill/>
          </a:ln>
        </p:spPr>
      </p:sp>
      <p:cxnSp>
        <p:nvCxnSpPr>
          <p:cNvPr id="353" name="Google Shape;353;p20"/>
          <p:cNvCxnSpPr/>
          <p:nvPr/>
        </p:nvCxnSpPr>
        <p:spPr>
          <a:xfrm>
            <a:off x="4038600"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cxnSp>
        <p:nvCxnSpPr>
          <p:cNvPr id="354" name="Google Shape;354;p20"/>
          <p:cNvCxnSpPr/>
          <p:nvPr/>
        </p:nvCxnSpPr>
        <p:spPr>
          <a:xfrm>
            <a:off x="8086459" y="1162050"/>
            <a:ext cx="0" cy="4753154"/>
          </a:xfrm>
          <a:prstGeom prst="straightConnector1">
            <a:avLst/>
          </a:prstGeom>
          <a:noFill/>
          <a:ln w="57150" cap="rnd" cmpd="sng">
            <a:solidFill>
              <a:srgbClr val="00AFEF">
                <a:alpha val="24705"/>
              </a:srgbClr>
            </a:solidFill>
            <a:prstDash val="dot"/>
            <a:miter lim="800000"/>
            <a:headEnd type="none" w="sm" len="sm"/>
            <a:tailEnd type="none" w="sm" len="sm"/>
          </a:ln>
        </p:spPr>
      </p:cxnSp>
      <p:sp>
        <p:nvSpPr>
          <p:cNvPr id="355" name="Google Shape;355;p20"/>
          <p:cNvSpPr>
            <a:spLocks noGrp="1"/>
          </p:cNvSpPr>
          <p:nvPr>
            <p:ph type="pic" idx="3"/>
          </p:nvPr>
        </p:nvSpPr>
        <p:spPr>
          <a:xfrm>
            <a:off x="4378402" y="1162050"/>
            <a:ext cx="3368256" cy="1949450"/>
          </a:xfrm>
          <a:prstGeom prst="rect">
            <a:avLst/>
          </a:prstGeom>
          <a:noFill/>
          <a:ln>
            <a:noFill/>
          </a:ln>
        </p:spPr>
      </p:sp>
      <p:sp>
        <p:nvSpPr>
          <p:cNvPr id="356" name="Google Shape;356;p20"/>
          <p:cNvSpPr>
            <a:spLocks noGrp="1"/>
          </p:cNvSpPr>
          <p:nvPr>
            <p:ph type="pic" idx="4"/>
          </p:nvPr>
        </p:nvSpPr>
        <p:spPr>
          <a:xfrm>
            <a:off x="8426261" y="1162050"/>
            <a:ext cx="3368256" cy="1949450"/>
          </a:xfrm>
          <a:prstGeom prst="rect">
            <a:avLst/>
          </a:prstGeom>
          <a:noFill/>
          <a:ln>
            <a:noFill/>
          </a:ln>
        </p:spPr>
      </p:sp>
      <p:sp>
        <p:nvSpPr>
          <p:cNvPr id="357" name="Google Shape;357;p20"/>
          <p:cNvSpPr txBox="1">
            <a:spLocks noGrp="1"/>
          </p:cNvSpPr>
          <p:nvPr>
            <p:ph type="body" idx="1"/>
          </p:nvPr>
        </p:nvSpPr>
        <p:spPr>
          <a:xfrm>
            <a:off x="329912"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10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10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10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10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8" name="Google Shape;358;p20"/>
          <p:cNvSpPr txBox="1">
            <a:spLocks noGrp="1"/>
          </p:cNvSpPr>
          <p:nvPr>
            <p:ph type="body" idx="5"/>
          </p:nvPr>
        </p:nvSpPr>
        <p:spPr>
          <a:xfrm>
            <a:off x="4378402"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9" name="Google Shape;359;p20"/>
          <p:cNvSpPr txBox="1">
            <a:spLocks noGrp="1"/>
          </p:cNvSpPr>
          <p:nvPr>
            <p:ph type="body" idx="6"/>
          </p:nvPr>
        </p:nvSpPr>
        <p:spPr>
          <a:xfrm>
            <a:off x="8426260" y="3302000"/>
            <a:ext cx="3367088" cy="26130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sz="180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1600"/>
              <a:buNone/>
              <a:defRPr sz="160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400"/>
              <a:buNone/>
              <a:defRPr sz="140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200"/>
              <a:buNone/>
              <a:defRPr sz="120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0" name="Google Shape;360;p20"/>
          <p:cNvSpPr/>
          <p:nvPr/>
        </p:nvSpPr>
        <p:spPr>
          <a:xfrm rot="10800000">
            <a:off x="329374"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1" name="Google Shape;361;p20"/>
          <p:cNvSpPr/>
          <p:nvPr/>
        </p:nvSpPr>
        <p:spPr>
          <a:xfrm rot="10800000">
            <a:off x="4377232"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2" name="Google Shape;362;p20"/>
          <p:cNvSpPr/>
          <p:nvPr/>
        </p:nvSpPr>
        <p:spPr>
          <a:xfrm rot="10800000">
            <a:off x="8425090" y="3126125"/>
            <a:ext cx="3364992" cy="7836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pic>
        <p:nvPicPr>
          <p:cNvPr id="363" name="Google Shape;363;p20"/>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364" name="Google Shape;364;p2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65" name="Google Shape;365;p2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66" name="Google Shape;366;p2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67" name="Google Shape;367;p2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68" name="Google Shape;368;p20"/>
          <p:cNvGrpSpPr/>
          <p:nvPr/>
        </p:nvGrpSpPr>
        <p:grpSpPr>
          <a:xfrm>
            <a:off x="817685" y="6410864"/>
            <a:ext cx="2760487" cy="403790"/>
            <a:chOff x="741485" y="6410864"/>
            <a:chExt cx="2760487" cy="403790"/>
          </a:xfrm>
        </p:grpSpPr>
        <p:sp>
          <p:nvSpPr>
            <p:cNvPr id="369" name="Google Shape;369;p2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70" name="Google Shape;370;p2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71" name="Google Shape;371;p2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372" name="Google Shape;372;p20"/>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373" name="Google Shape;373;p2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2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p:cSld name="Title and Vertical Text">
    <p:spTree>
      <p:nvGrpSpPr>
        <p:cNvPr id="1" name="Shape 375"/>
        <p:cNvGrpSpPr/>
        <p:nvPr/>
      </p:nvGrpSpPr>
      <p:grpSpPr>
        <a:xfrm>
          <a:off x="0" y="0"/>
          <a:ext cx="0" cy="0"/>
          <a:chOff x="0" y="0"/>
          <a:chExt cx="0" cy="0"/>
        </a:xfrm>
      </p:grpSpPr>
      <p:sp>
        <p:nvSpPr>
          <p:cNvPr id="376" name="Google Shape;376;p21"/>
          <p:cNvSpPr txBox="1">
            <a:spLocks noGrp="1"/>
          </p:cNvSpPr>
          <p:nvPr>
            <p:ph type="body" idx="1"/>
          </p:nvPr>
        </p:nvSpPr>
        <p:spPr>
          <a:xfrm rot="5400000">
            <a:off x="4113213" y="-1449386"/>
            <a:ext cx="3965573" cy="105156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7" name="Google Shape;377;p21"/>
          <p:cNvSpPr txBox="1">
            <a:spLocks noGrp="1"/>
          </p:cNvSpPr>
          <p:nvPr>
            <p:ph type="title"/>
          </p:nvPr>
        </p:nvSpPr>
        <p:spPr>
          <a:xfrm>
            <a:off x="839788" y="365125"/>
            <a:ext cx="10515600" cy="93886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8" name="Google Shape;378;p21"/>
          <p:cNvPicPr preferRelativeResize="0"/>
          <p:nvPr/>
        </p:nvPicPr>
        <p:blipFill rotWithShape="1">
          <a:blip r:embed="rId2">
            <a:alphaModFix/>
          </a:blip>
          <a:srcRect/>
          <a:stretch/>
        </p:blipFill>
        <p:spPr>
          <a:xfrm>
            <a:off x="478656" y="688507"/>
            <a:ext cx="292100" cy="292100"/>
          </a:xfrm>
          <a:prstGeom prst="rect">
            <a:avLst/>
          </a:prstGeom>
          <a:noFill/>
          <a:ln>
            <a:noFill/>
          </a:ln>
        </p:spPr>
      </p:pic>
      <p:pic>
        <p:nvPicPr>
          <p:cNvPr id="379" name="Google Shape;379;p21"/>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80" name="Google Shape;380;p21"/>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81" name="Google Shape;381;p21"/>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82" name="Google Shape;382;p21"/>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83" name="Google Shape;383;p21"/>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384" name="Google Shape;384;p21"/>
          <p:cNvGrpSpPr/>
          <p:nvPr/>
        </p:nvGrpSpPr>
        <p:grpSpPr>
          <a:xfrm>
            <a:off x="817685" y="6410864"/>
            <a:ext cx="2760487" cy="403790"/>
            <a:chOff x="741485" y="6410864"/>
            <a:chExt cx="2760487" cy="403790"/>
          </a:xfrm>
        </p:grpSpPr>
        <p:sp>
          <p:nvSpPr>
            <p:cNvPr id="385" name="Google Shape;385;p21"/>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386" name="Google Shape;386;p21"/>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387" name="Google Shape;387;p21"/>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388" name="Google Shape;388;p21"/>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389" name="Google Shape;389;p21"/>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0" name="Google Shape;390;p21"/>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7"/>
                                        </p:tgtEl>
                                        <p:attrNameLst>
                                          <p:attrName>style.visibility</p:attrName>
                                        </p:attrNameLst>
                                      </p:cBhvr>
                                      <p:to>
                                        <p:strVal val="visible"/>
                                      </p:to>
                                    </p:set>
                                    <p:animEffect transition="in" filter="fade">
                                      <p:cBhvr>
                                        <p:cTn id="7" dur="1000"/>
                                        <p:tgtEl>
                                          <p:spTgt spid="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p:cSld name="Vertical Title and Text">
    <p:spTree>
      <p:nvGrpSpPr>
        <p:cNvPr id="1" name="Shape 391"/>
        <p:cNvGrpSpPr/>
        <p:nvPr/>
      </p:nvGrpSpPr>
      <p:grpSpPr>
        <a:xfrm>
          <a:off x="0" y="0"/>
          <a:ext cx="0" cy="0"/>
          <a:chOff x="0" y="0"/>
          <a:chExt cx="0" cy="0"/>
        </a:xfrm>
      </p:grpSpPr>
      <p:sp>
        <p:nvSpPr>
          <p:cNvPr id="392" name="Google Shape;392;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3" name="Google Shape;393;p22"/>
          <p:cNvSpPr txBox="1">
            <a:spLocks noGrp="1"/>
          </p:cNvSpPr>
          <p:nvPr>
            <p:ph type="body" idx="1"/>
          </p:nvPr>
        </p:nvSpPr>
        <p:spPr>
          <a:xfrm rot="5400000">
            <a:off x="1875631" y="-672303"/>
            <a:ext cx="5811837" cy="7886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latin typeface="Readex Pro"/>
                <a:ea typeface="Readex Pro"/>
                <a:cs typeface="Readex Pro"/>
                <a:sym typeface="Readex Pro"/>
              </a:defRPr>
            </a:lvl1pPr>
            <a:lvl2pPr marL="914400" lvl="1" indent="-228600" algn="l">
              <a:lnSpc>
                <a:spcPct val="90000"/>
              </a:lnSpc>
              <a:spcBef>
                <a:spcPts val="500"/>
              </a:spcBef>
              <a:spcAft>
                <a:spcPts val="0"/>
              </a:spcAft>
              <a:buClr>
                <a:schemeClr val="dk1"/>
              </a:buClr>
              <a:buSzPts val="2000"/>
              <a:buNone/>
              <a:defRPr sz="2000" b="0" i="0">
                <a:latin typeface="Readex Pro"/>
                <a:ea typeface="Readex Pro"/>
                <a:cs typeface="Readex Pro"/>
                <a:sym typeface="Readex Pro"/>
              </a:defRPr>
            </a:lvl2pPr>
            <a:lvl3pPr marL="1371600" lvl="2" indent="-228600" algn="l">
              <a:lnSpc>
                <a:spcPct val="90000"/>
              </a:lnSpc>
              <a:spcBef>
                <a:spcPts val="500"/>
              </a:spcBef>
              <a:spcAft>
                <a:spcPts val="0"/>
              </a:spcAft>
              <a:buClr>
                <a:schemeClr val="dk1"/>
              </a:buClr>
              <a:buSzPts val="1800"/>
              <a:buNone/>
              <a:defRPr sz="1800" b="0" i="0">
                <a:latin typeface="Readex Pro"/>
                <a:ea typeface="Readex Pro"/>
                <a:cs typeface="Readex Pro"/>
                <a:sym typeface="Readex Pro"/>
              </a:defRPr>
            </a:lvl3pPr>
            <a:lvl4pPr marL="1828800" lvl="3"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4pPr>
            <a:lvl5pPr marL="2286000" lvl="4" indent="-228600" algn="l">
              <a:lnSpc>
                <a:spcPct val="90000"/>
              </a:lnSpc>
              <a:spcBef>
                <a:spcPts val="500"/>
              </a:spcBef>
              <a:spcAft>
                <a:spcPts val="0"/>
              </a:spcAft>
              <a:buClr>
                <a:schemeClr val="dk1"/>
              </a:buClr>
              <a:buSzPts val="1600"/>
              <a:buNone/>
              <a:defRPr sz="1600" b="0" i="0">
                <a:latin typeface="Readex Pro"/>
                <a:ea typeface="Readex Pro"/>
                <a:cs typeface="Readex Pro"/>
                <a:sym typeface="Readex Pr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94" name="Google Shape;394;p22"/>
          <p:cNvPicPr preferRelativeResize="0"/>
          <p:nvPr/>
        </p:nvPicPr>
        <p:blipFill rotWithShape="1">
          <a:blip r:embed="rId2">
            <a:alphaModFix/>
          </a:blip>
          <a:srcRect/>
          <a:stretch/>
        </p:blipFill>
        <p:spPr>
          <a:xfrm>
            <a:off x="10121981" y="51983"/>
            <a:ext cx="292100" cy="292100"/>
          </a:xfrm>
          <a:prstGeom prst="rect">
            <a:avLst/>
          </a:prstGeom>
          <a:noFill/>
          <a:ln>
            <a:noFill/>
          </a:ln>
        </p:spPr>
      </p:pic>
      <p:pic>
        <p:nvPicPr>
          <p:cNvPr id="395" name="Google Shape;395;p22"/>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396" name="Google Shape;396;p22"/>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397" name="Google Shape;397;p22"/>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398" name="Google Shape;398;p22"/>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399" name="Google Shape;399;p22"/>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00" name="Google Shape;400;p22"/>
          <p:cNvGrpSpPr/>
          <p:nvPr/>
        </p:nvGrpSpPr>
        <p:grpSpPr>
          <a:xfrm>
            <a:off x="817685" y="6410864"/>
            <a:ext cx="2760487" cy="403790"/>
            <a:chOff x="741485" y="6410864"/>
            <a:chExt cx="2760487" cy="403790"/>
          </a:xfrm>
        </p:grpSpPr>
        <p:sp>
          <p:nvSpPr>
            <p:cNvPr id="401" name="Google Shape;401;p22"/>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02" name="Google Shape;402;p22"/>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03" name="Google Shape;403;p22"/>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404" name="Google Shape;404;p22"/>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405" name="Google Shape;405;p22"/>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6" name="Google Shape;406;p22"/>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7"/>
        <p:cNvGrpSpPr/>
        <p:nvPr/>
      </p:nvGrpSpPr>
      <p:grpSpPr>
        <a:xfrm>
          <a:off x="0" y="0"/>
          <a:ext cx="0" cy="0"/>
          <a:chOff x="0" y="0"/>
          <a:chExt cx="0" cy="0"/>
        </a:xfrm>
      </p:grpSpPr>
      <p:sp>
        <p:nvSpPr>
          <p:cNvPr id="408" name="Google Shape;408;p23"/>
          <p:cNvSpPr txBox="1">
            <a:spLocks noGrp="1"/>
          </p:cNvSpPr>
          <p:nvPr>
            <p:ph type="title"/>
          </p:nvPr>
        </p:nvSpPr>
        <p:spPr>
          <a:xfrm>
            <a:off x="838200" y="325583"/>
            <a:ext cx="10515600" cy="97840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5CA9"/>
              </a:buClr>
              <a:buSzPts val="3200"/>
              <a:buFont typeface="K2D"/>
              <a:buNone/>
              <a:defRPr sz="3200" b="1">
                <a:solidFill>
                  <a:srgbClr val="1F5CA9"/>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09" name="Google Shape;409;p23"/>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410" name="Google Shape;410;p23"/>
          <p:cNvPicPr preferRelativeResize="0"/>
          <p:nvPr/>
        </p:nvPicPr>
        <p:blipFill rotWithShape="1">
          <a:blip r:embed="rId3">
            <a:alphaModFix/>
          </a:blip>
          <a:srcRect/>
          <a:stretch/>
        </p:blipFill>
        <p:spPr>
          <a:xfrm>
            <a:off x="478656" y="656757"/>
            <a:ext cx="292100" cy="292100"/>
          </a:xfrm>
          <a:prstGeom prst="rect">
            <a:avLst/>
          </a:prstGeom>
          <a:noFill/>
          <a:ln>
            <a:noFill/>
          </a:ln>
        </p:spPr>
      </p:pic>
      <p:pic>
        <p:nvPicPr>
          <p:cNvPr id="411" name="Google Shape;411;p23"/>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412" name="Google Shape;412;p23"/>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13" name="Google Shape;413;p23"/>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414" name="Google Shape;414;p23"/>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15" name="Google Shape;415;p23"/>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16" name="Google Shape;416;p23"/>
          <p:cNvGrpSpPr/>
          <p:nvPr/>
        </p:nvGrpSpPr>
        <p:grpSpPr>
          <a:xfrm>
            <a:off x="817685" y="6410864"/>
            <a:ext cx="2760487" cy="403790"/>
            <a:chOff x="741485" y="6410864"/>
            <a:chExt cx="2760487" cy="403790"/>
          </a:xfrm>
        </p:grpSpPr>
        <p:sp>
          <p:nvSpPr>
            <p:cNvPr id="417" name="Google Shape;417;p23"/>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18" name="Google Shape;418;p23"/>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19" name="Google Shape;419;p23"/>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420" name="Google Shape;420;p23"/>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421" name="Google Shape;421;p23"/>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2" name="Google Shape;422;p23"/>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10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White" type="blank">
  <p:cSld name="BLANK">
    <p:spTree>
      <p:nvGrpSpPr>
        <p:cNvPr id="1" name="Shape 423"/>
        <p:cNvGrpSpPr/>
        <p:nvPr/>
      </p:nvGrpSpPr>
      <p:grpSpPr>
        <a:xfrm>
          <a:off x="0" y="0"/>
          <a:ext cx="0" cy="0"/>
          <a:chOff x="0" y="0"/>
          <a:chExt cx="0" cy="0"/>
        </a:xfrm>
      </p:grpSpPr>
      <p:pic>
        <p:nvPicPr>
          <p:cNvPr id="424" name="Google Shape;424;p24"/>
          <p:cNvPicPr preferRelativeResize="0"/>
          <p:nvPr/>
        </p:nvPicPr>
        <p:blipFill rotWithShape="1">
          <a:blip r:embed="rId2">
            <a:alphaModFix amt="85000"/>
          </a:blip>
          <a:srcRect/>
          <a:stretch/>
        </p:blipFill>
        <p:spPr>
          <a:xfrm>
            <a:off x="4369124" y="1727802"/>
            <a:ext cx="3453753" cy="3402396"/>
          </a:xfrm>
          <a:prstGeom prst="rect">
            <a:avLst/>
          </a:prstGeom>
          <a:noFill/>
          <a:ln>
            <a:noFill/>
          </a:ln>
        </p:spPr>
      </p:pic>
      <p:pic>
        <p:nvPicPr>
          <p:cNvPr id="425" name="Google Shape;425;p24"/>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426" name="Google Shape;426;p24"/>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27" name="Google Shape;427;p24"/>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428" name="Google Shape;428;p24"/>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29" name="Google Shape;429;p24"/>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30" name="Google Shape;430;p24"/>
          <p:cNvGrpSpPr/>
          <p:nvPr/>
        </p:nvGrpSpPr>
        <p:grpSpPr>
          <a:xfrm>
            <a:off x="817685" y="6410864"/>
            <a:ext cx="2760487" cy="403790"/>
            <a:chOff x="741485" y="6410864"/>
            <a:chExt cx="2760487" cy="403790"/>
          </a:xfrm>
        </p:grpSpPr>
        <p:sp>
          <p:nvSpPr>
            <p:cNvPr id="431" name="Google Shape;431;p24"/>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32" name="Google Shape;432;p24"/>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33" name="Google Shape;433;p24"/>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434" name="Google Shape;434;p24"/>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435" name="Google Shape;435;p24"/>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6" name="Google Shape;436;p24"/>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Blue 1">
  <p:cSld name="Blank Blue 1">
    <p:bg>
      <p:bgPr>
        <a:solidFill>
          <a:srgbClr val="1F5CA9"/>
        </a:solidFill>
        <a:effectLst/>
      </p:bgPr>
    </p:bg>
    <p:spTree>
      <p:nvGrpSpPr>
        <p:cNvPr id="1" name="Shape 437"/>
        <p:cNvGrpSpPr/>
        <p:nvPr/>
      </p:nvGrpSpPr>
      <p:grpSpPr>
        <a:xfrm>
          <a:off x="0" y="0"/>
          <a:ext cx="0" cy="0"/>
          <a:chOff x="0" y="0"/>
          <a:chExt cx="0" cy="0"/>
        </a:xfrm>
      </p:grpSpPr>
      <p:pic>
        <p:nvPicPr>
          <p:cNvPr id="438" name="Google Shape;438;p25"/>
          <p:cNvPicPr preferRelativeResize="0"/>
          <p:nvPr/>
        </p:nvPicPr>
        <p:blipFill rotWithShape="1">
          <a:blip r:embed="rId2">
            <a:alphaModFix/>
          </a:blip>
          <a:srcRect/>
          <a:stretch/>
        </p:blipFill>
        <p:spPr>
          <a:xfrm>
            <a:off x="4369124" y="1727802"/>
            <a:ext cx="3453753" cy="3402396"/>
          </a:xfrm>
          <a:prstGeom prst="rect">
            <a:avLst/>
          </a:prstGeom>
          <a:noFill/>
          <a:ln>
            <a:noFill/>
          </a:ln>
        </p:spPr>
      </p:pic>
      <p:sp>
        <p:nvSpPr>
          <p:cNvPr id="439" name="Google Shape;439;p25"/>
          <p:cNvSpPr/>
          <p:nvPr/>
        </p:nvSpPr>
        <p:spPr>
          <a:xfrm>
            <a:off x="135235" y="6474525"/>
            <a:ext cx="544432"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grpSp>
        <p:nvGrpSpPr>
          <p:cNvPr id="440" name="Google Shape;440;p25"/>
          <p:cNvGrpSpPr/>
          <p:nvPr/>
        </p:nvGrpSpPr>
        <p:grpSpPr>
          <a:xfrm>
            <a:off x="205437" y="6454898"/>
            <a:ext cx="544432" cy="365125"/>
            <a:chOff x="119712" y="6454898"/>
            <a:chExt cx="544432" cy="365125"/>
          </a:xfrm>
        </p:grpSpPr>
        <p:sp>
          <p:nvSpPr>
            <p:cNvPr id="441" name="Google Shape;441;p25"/>
            <p:cNvSpPr/>
            <p:nvPr/>
          </p:nvSpPr>
          <p:spPr>
            <a:xfrm>
              <a:off x="119712" y="6488235"/>
              <a:ext cx="544432" cy="298450"/>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42" name="Google Shape;442;p25"/>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grpSp>
      <p:sp>
        <p:nvSpPr>
          <p:cNvPr id="443" name="Google Shape;443;p25"/>
          <p:cNvSpPr txBox="1">
            <a:spLocks noGrp="1"/>
          </p:cNvSpPr>
          <p:nvPr>
            <p:ph type="dt" idx="10"/>
          </p:nvPr>
        </p:nvSpPr>
        <p:spPr>
          <a:xfrm>
            <a:off x="914400" y="6548263"/>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4" name="Google Shape;444;p25"/>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5" name="Google Shape;445;p25"/>
          <p:cNvSpPr txBox="1"/>
          <p:nvPr/>
        </p:nvSpPr>
        <p:spPr>
          <a:xfrm>
            <a:off x="8176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sp>
        <p:nvSpPr>
          <p:cNvPr id="446" name="Google Shape;446;p25"/>
          <p:cNvSpPr txBox="1"/>
          <p:nvPr/>
        </p:nvSpPr>
        <p:spPr>
          <a:xfrm>
            <a:off x="10536385"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447" name="Google Shape;447;p25"/>
          <p:cNvPicPr preferRelativeResize="0"/>
          <p:nvPr/>
        </p:nvPicPr>
        <p:blipFill rotWithShape="1">
          <a:blip r:embed="rId3">
            <a:alphaModFix/>
          </a:blip>
          <a:srcRect/>
          <a:stretch/>
        </p:blipFill>
        <p:spPr>
          <a:xfrm>
            <a:off x="2602785" y="6488354"/>
            <a:ext cx="9336024" cy="118217"/>
          </a:xfrm>
          <a:prstGeom prst="rect">
            <a:avLst/>
          </a:prstGeom>
          <a:noFill/>
          <a:ln>
            <a:noFill/>
          </a:ln>
        </p:spPr>
      </p:pic>
      <p:sp>
        <p:nvSpPr>
          <p:cNvPr id="448" name="Google Shape;448;p25"/>
          <p:cNvSpPr txBox="1"/>
          <p:nvPr/>
        </p:nvSpPr>
        <p:spPr>
          <a:xfrm>
            <a:off x="8176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grpSp>
        <p:nvGrpSpPr>
          <p:cNvPr id="449" name="Google Shape;449;p25"/>
          <p:cNvGrpSpPr/>
          <p:nvPr/>
        </p:nvGrpSpPr>
        <p:grpSpPr>
          <a:xfrm rot="5400000" flipH="1">
            <a:off x="11994349" y="89858"/>
            <a:ext cx="108319" cy="107166"/>
            <a:chOff x="9886950" y="442913"/>
            <a:chExt cx="216694" cy="214386"/>
          </a:xfrm>
        </p:grpSpPr>
        <p:sp>
          <p:nvSpPr>
            <p:cNvPr id="450" name="Google Shape;450;p25"/>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1" name="Google Shape;451;p25"/>
            <p:cNvSpPr/>
            <p:nvPr/>
          </p:nvSpPr>
          <p:spPr>
            <a:xfrm>
              <a:off x="10006013" y="559668"/>
              <a:ext cx="97631" cy="97631"/>
            </a:xfrm>
            <a:prstGeom prst="roundRect">
              <a:avLst>
                <a:gd name="adj" fmla="val 16667"/>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2" name="Google Shape;452;p25"/>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Blue 2">
  <p:cSld name="Blank Blue 2">
    <p:bg>
      <p:bgPr>
        <a:solidFill>
          <a:srgbClr val="00B0F0"/>
        </a:solidFill>
        <a:effectLst/>
      </p:bgPr>
    </p:bg>
    <p:spTree>
      <p:nvGrpSpPr>
        <p:cNvPr id="1" name="Shape 453"/>
        <p:cNvGrpSpPr/>
        <p:nvPr/>
      </p:nvGrpSpPr>
      <p:grpSpPr>
        <a:xfrm>
          <a:off x="0" y="0"/>
          <a:ext cx="0" cy="0"/>
          <a:chOff x="0" y="0"/>
          <a:chExt cx="0" cy="0"/>
        </a:xfrm>
      </p:grpSpPr>
      <p:pic>
        <p:nvPicPr>
          <p:cNvPr id="454" name="Google Shape;454;p26"/>
          <p:cNvPicPr preferRelativeResize="0"/>
          <p:nvPr/>
        </p:nvPicPr>
        <p:blipFill rotWithShape="1">
          <a:blip r:embed="rId2">
            <a:alphaModFix/>
          </a:blip>
          <a:srcRect/>
          <a:stretch/>
        </p:blipFill>
        <p:spPr>
          <a:xfrm>
            <a:off x="4369124" y="1727802"/>
            <a:ext cx="3453753" cy="3402396"/>
          </a:xfrm>
          <a:prstGeom prst="rect">
            <a:avLst/>
          </a:prstGeom>
          <a:noFill/>
          <a:ln>
            <a:noFill/>
          </a:ln>
        </p:spPr>
      </p:pic>
      <p:grpSp>
        <p:nvGrpSpPr>
          <p:cNvPr id="455" name="Google Shape;455;p26"/>
          <p:cNvGrpSpPr/>
          <p:nvPr/>
        </p:nvGrpSpPr>
        <p:grpSpPr>
          <a:xfrm rot="5400000" flipH="1">
            <a:off x="11994349" y="89858"/>
            <a:ext cx="108319" cy="107166"/>
            <a:chOff x="9886950" y="442913"/>
            <a:chExt cx="216694" cy="214386"/>
          </a:xfrm>
        </p:grpSpPr>
        <p:sp>
          <p:nvSpPr>
            <p:cNvPr id="456" name="Google Shape;456;p26"/>
            <p:cNvSpPr/>
            <p:nvPr/>
          </p:nvSpPr>
          <p:spPr>
            <a:xfrm>
              <a:off x="9886950" y="442913"/>
              <a:ext cx="97631" cy="97631"/>
            </a:xfrm>
            <a:prstGeom prst="roundRect">
              <a:avLst>
                <a:gd name="adj" fmla="val 16667"/>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7" name="Google Shape;457;p26"/>
            <p:cNvSpPr/>
            <p:nvPr/>
          </p:nvSpPr>
          <p:spPr>
            <a:xfrm>
              <a:off x="10006013" y="559668"/>
              <a:ext cx="97631" cy="97631"/>
            </a:xfrm>
            <a:prstGeom prst="roundRect">
              <a:avLst>
                <a:gd name="adj" fmla="val 16667"/>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8" name="Google Shape;458;p26"/>
            <p:cNvSpPr/>
            <p:nvPr/>
          </p:nvSpPr>
          <p:spPr>
            <a:xfrm>
              <a:off x="10006013" y="442913"/>
              <a:ext cx="97631" cy="97631"/>
            </a:xfrm>
            <a:prstGeom prst="roundRect">
              <a:avLst>
                <a:gd name="adj" fmla="val 16667"/>
              </a:avLst>
            </a:prstGeom>
            <a:solidFill>
              <a:srgbClr val="CC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459" name="Google Shape;459;p26"/>
          <p:cNvPicPr preferRelativeResize="0"/>
          <p:nvPr/>
        </p:nvPicPr>
        <p:blipFill rotWithShape="1">
          <a:blip r:embed="rId3">
            <a:alphaModFix/>
          </a:blip>
          <a:srcRect/>
          <a:stretch/>
        </p:blipFill>
        <p:spPr>
          <a:xfrm>
            <a:off x="2599612" y="6488270"/>
            <a:ext cx="9336024" cy="118110"/>
          </a:xfrm>
          <a:prstGeom prst="rect">
            <a:avLst/>
          </a:prstGeom>
          <a:noFill/>
          <a:ln>
            <a:noFill/>
          </a:ln>
        </p:spPr>
      </p:pic>
      <p:sp>
        <p:nvSpPr>
          <p:cNvPr id="460" name="Google Shape;460;p26"/>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61" name="Google Shape;461;p26"/>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462" name="Google Shape;462;p26"/>
          <p:cNvSpPr/>
          <p:nvPr/>
        </p:nvSpPr>
        <p:spPr>
          <a:xfrm>
            <a:off x="11577955" y="6548263"/>
            <a:ext cx="340536" cy="170378"/>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63" name="Google Shape;463;p26"/>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64" name="Google Shape;464;p26"/>
          <p:cNvGrpSpPr/>
          <p:nvPr/>
        </p:nvGrpSpPr>
        <p:grpSpPr>
          <a:xfrm>
            <a:off x="817685" y="6410864"/>
            <a:ext cx="2760487" cy="403790"/>
            <a:chOff x="741485" y="6410864"/>
            <a:chExt cx="2760487" cy="403790"/>
          </a:xfrm>
        </p:grpSpPr>
        <p:sp>
          <p:nvSpPr>
            <p:cNvPr id="465" name="Google Shape;465;p26"/>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800"/>
                <a:buFont typeface="Readex Pro"/>
                <a:buNone/>
              </a:pPr>
              <a:r>
                <a:rPr lang="en-US" sz="800" b="0" i="0" u="none" strike="noStrike" cap="none">
                  <a:solidFill>
                    <a:schemeClr val="lt1"/>
                  </a:solidFill>
                  <a:latin typeface="Readex Pro"/>
                  <a:ea typeface="Readex Pro"/>
                  <a:cs typeface="Readex Pro"/>
                  <a:sym typeface="Readex Pro"/>
                </a:rPr>
                <a:t>Cộng đồng – Toàn diện – Ưu việt</a:t>
              </a:r>
              <a:endParaRPr sz="800" b="0" i="0" u="none" strike="noStrike" cap="none">
                <a:solidFill>
                  <a:schemeClr val="lt1"/>
                </a:solidFill>
                <a:latin typeface="Readex Pro"/>
                <a:ea typeface="Readex Pro"/>
                <a:cs typeface="Readex Pro"/>
                <a:sym typeface="Readex Pro"/>
              </a:endParaRPr>
            </a:p>
          </p:txBody>
        </p:sp>
        <p:sp>
          <p:nvSpPr>
            <p:cNvPr id="466" name="Google Shape;466;p26"/>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lt1"/>
                  </a:solidFill>
                  <a:latin typeface="K2D"/>
                  <a:ea typeface="K2D"/>
                  <a:cs typeface="K2D"/>
                  <a:sym typeface="K2D"/>
                </a:rPr>
                <a:t>ĐẠI HỌC CẦN THƠ</a:t>
              </a:r>
              <a:endParaRPr sz="1400" b="1">
                <a:solidFill>
                  <a:schemeClr val="lt1"/>
                </a:solidFill>
                <a:latin typeface="K2D"/>
                <a:ea typeface="K2D"/>
                <a:cs typeface="K2D"/>
                <a:sym typeface="K2D"/>
              </a:endParaRPr>
            </a:p>
          </p:txBody>
        </p:sp>
      </p:grpSp>
      <p:sp>
        <p:nvSpPr>
          <p:cNvPr id="467" name="Google Shape;467;p26"/>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chemeClr val="lt1"/>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sp>
        <p:nvSpPr>
          <p:cNvPr id="468" name="Google Shape;468;p26"/>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26"/>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chemeClr val="lt1"/>
                </a:solidFill>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cbook 1">
  <p:cSld name="Macbook 1">
    <p:spTree>
      <p:nvGrpSpPr>
        <p:cNvPr id="1" name="Shape 470"/>
        <p:cNvGrpSpPr/>
        <p:nvPr/>
      </p:nvGrpSpPr>
      <p:grpSpPr>
        <a:xfrm>
          <a:off x="0" y="0"/>
          <a:ext cx="0" cy="0"/>
          <a:chOff x="0" y="0"/>
          <a:chExt cx="0" cy="0"/>
        </a:xfrm>
      </p:grpSpPr>
      <p:grpSp>
        <p:nvGrpSpPr>
          <p:cNvPr id="471" name="Google Shape;471;p27"/>
          <p:cNvGrpSpPr/>
          <p:nvPr/>
        </p:nvGrpSpPr>
        <p:grpSpPr>
          <a:xfrm>
            <a:off x="2262706" y="1080007"/>
            <a:ext cx="7666588" cy="4425443"/>
            <a:chOff x="2738438" y="30163"/>
            <a:chExt cx="11828463" cy="6827838"/>
          </a:xfrm>
        </p:grpSpPr>
        <p:sp>
          <p:nvSpPr>
            <p:cNvPr id="472" name="Google Shape;472;p27"/>
            <p:cNvSpPr/>
            <p:nvPr/>
          </p:nvSpPr>
          <p:spPr>
            <a:xfrm>
              <a:off x="3821113" y="30163"/>
              <a:ext cx="9663113" cy="6823075"/>
            </a:xfrm>
            <a:custGeom>
              <a:avLst/>
              <a:gdLst/>
              <a:ahLst/>
              <a:cxnLst/>
              <a:rect l="l" t="t" r="r" b="b"/>
              <a:pathLst>
                <a:path w="6087" h="4298" extrusionOk="0">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a:gsLst>
                <a:gs pos="0">
                  <a:srgbClr val="B0B2B4"/>
                </a:gs>
                <a:gs pos="100000">
                  <a:srgbClr val="DFE0E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3" name="Google Shape;473;p27"/>
            <p:cNvSpPr/>
            <p:nvPr/>
          </p:nvSpPr>
          <p:spPr>
            <a:xfrm>
              <a:off x="3865563" y="74613"/>
              <a:ext cx="9574213" cy="6735763"/>
            </a:xfrm>
            <a:custGeom>
              <a:avLst/>
              <a:gdLst/>
              <a:ahLst/>
              <a:cxnLst/>
              <a:rect l="l" t="t" r="r" b="b"/>
              <a:pathLst>
                <a:path w="6031" h="4243" extrusionOk="0">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srgbClr val="000000">
                  <a:alpha val="60784"/>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4" name="Google Shape;474;p27"/>
            <p:cNvSpPr/>
            <p:nvPr/>
          </p:nvSpPr>
          <p:spPr>
            <a:xfrm>
              <a:off x="3892550" y="6342063"/>
              <a:ext cx="9520238" cy="441325"/>
            </a:xfrm>
            <a:custGeom>
              <a:avLst/>
              <a:gdLst/>
              <a:ahLst/>
              <a:cxnLst/>
              <a:rect l="l" t="t" r="r" b="b"/>
              <a:pathLst>
                <a:path w="5997" h="278" extrusionOk="0">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5" name="Google Shape;475;p27"/>
            <p:cNvSpPr/>
            <p:nvPr/>
          </p:nvSpPr>
          <p:spPr>
            <a:xfrm>
              <a:off x="4205288" y="533400"/>
              <a:ext cx="8897938" cy="5565775"/>
            </a:xfrm>
            <a:prstGeom prst="rect">
              <a:avLst/>
            </a:prstGeom>
            <a:solidFill>
              <a:srgbClr val="2626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6" name="Google Shape;476;p27"/>
            <p:cNvSpPr/>
            <p:nvPr/>
          </p:nvSpPr>
          <p:spPr>
            <a:xfrm>
              <a:off x="2738438" y="6618288"/>
              <a:ext cx="11828463" cy="239713"/>
            </a:xfrm>
            <a:custGeom>
              <a:avLst/>
              <a:gdLst/>
              <a:ahLst/>
              <a:cxnLst/>
              <a:rect l="l" t="t" r="r" b="b"/>
              <a:pathLst>
                <a:path w="7451" h="151" extrusionOk="0">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7" name="Google Shape;477;p27"/>
            <p:cNvSpPr/>
            <p:nvPr/>
          </p:nvSpPr>
          <p:spPr>
            <a:xfrm>
              <a:off x="2738438" y="6618288"/>
              <a:ext cx="11828463" cy="55563"/>
            </a:xfrm>
            <a:custGeom>
              <a:avLst/>
              <a:gdLst/>
              <a:ahLst/>
              <a:cxnLst/>
              <a:rect l="l" t="t" r="r" b="b"/>
              <a:pathLst>
                <a:path w="7451" h="35" extrusionOk="0">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686B6C"/>
                </a:gs>
                <a:gs pos="3000">
                  <a:srgbClr val="96999A"/>
                </a:gs>
                <a:gs pos="9000">
                  <a:srgbClr val="DFE0E1"/>
                </a:gs>
                <a:gs pos="91000">
                  <a:srgbClr val="DFE0E1"/>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78" name="Google Shape;478;p27"/>
            <p:cNvSpPr/>
            <p:nvPr/>
          </p:nvSpPr>
          <p:spPr>
            <a:xfrm>
              <a:off x="7524750" y="6619875"/>
              <a:ext cx="2255838" cy="90488"/>
            </a:xfrm>
            <a:custGeom>
              <a:avLst/>
              <a:gdLst/>
              <a:ahLst/>
              <a:cxnLst/>
              <a:rect l="l" t="t" r="r" b="b"/>
              <a:pathLst>
                <a:path w="1421" h="57" extrusionOk="0">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686B6C"/>
                </a:gs>
                <a:gs pos="3000">
                  <a:srgbClr val="96999A"/>
                </a:gs>
                <a:gs pos="9000">
                  <a:srgbClr val="D3D4D6"/>
                </a:gs>
                <a:gs pos="91000">
                  <a:srgbClr val="D3D4D6"/>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grpSp>
      <p:sp>
        <p:nvSpPr>
          <p:cNvPr id="479" name="Google Shape;479;p27"/>
          <p:cNvSpPr>
            <a:spLocks noGrp="1"/>
          </p:cNvSpPr>
          <p:nvPr>
            <p:ph type="pic" idx="2"/>
          </p:nvPr>
        </p:nvSpPr>
        <p:spPr>
          <a:xfrm>
            <a:off x="3219450" y="1400175"/>
            <a:ext cx="5762625" cy="3600450"/>
          </a:xfrm>
          <a:prstGeom prst="rect">
            <a:avLst/>
          </a:prstGeom>
          <a:solidFill>
            <a:srgbClr val="F2F2F2"/>
          </a:solidFill>
          <a:ln>
            <a:noFill/>
          </a:ln>
        </p:spPr>
      </p:sp>
      <p:pic>
        <p:nvPicPr>
          <p:cNvPr id="480" name="Google Shape;480;p27"/>
          <p:cNvPicPr preferRelativeResize="0"/>
          <p:nvPr/>
        </p:nvPicPr>
        <p:blipFill rotWithShape="1">
          <a:blip r:embed="rId2">
            <a:alphaModFix/>
          </a:blip>
          <a:srcRect/>
          <a:stretch/>
        </p:blipFill>
        <p:spPr>
          <a:xfrm>
            <a:off x="11987783" y="93587"/>
            <a:ext cx="107165" cy="107007"/>
          </a:xfrm>
          <a:prstGeom prst="rect">
            <a:avLst/>
          </a:prstGeom>
          <a:noFill/>
          <a:ln>
            <a:noFill/>
          </a:ln>
        </p:spPr>
      </p:pic>
      <p:sp>
        <p:nvSpPr>
          <p:cNvPr id="481" name="Google Shape;481;p27"/>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482" name="Google Shape;482;p27"/>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483" name="Google Shape;483;p27"/>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484" name="Google Shape;484;p27"/>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485" name="Google Shape;485;p27"/>
          <p:cNvGrpSpPr/>
          <p:nvPr/>
        </p:nvGrpSpPr>
        <p:grpSpPr>
          <a:xfrm>
            <a:off x="817685" y="6410864"/>
            <a:ext cx="2760487" cy="403790"/>
            <a:chOff x="741485" y="6410864"/>
            <a:chExt cx="2760487" cy="403790"/>
          </a:xfrm>
        </p:grpSpPr>
        <p:sp>
          <p:nvSpPr>
            <p:cNvPr id="486" name="Google Shape;486;p27"/>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487" name="Google Shape;487;p27"/>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488" name="Google Shape;488;p27"/>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489" name="Google Shape;489;p27"/>
          <p:cNvPicPr preferRelativeResize="0"/>
          <p:nvPr/>
        </p:nvPicPr>
        <p:blipFill rotWithShape="1">
          <a:blip r:embed="rId3">
            <a:alphaModFix/>
          </a:blip>
          <a:srcRect/>
          <a:stretch/>
        </p:blipFill>
        <p:spPr>
          <a:xfrm>
            <a:off x="2583391" y="6481985"/>
            <a:ext cx="9339545" cy="118261"/>
          </a:xfrm>
          <a:prstGeom prst="rect">
            <a:avLst/>
          </a:prstGeom>
          <a:noFill/>
          <a:ln>
            <a:noFill/>
          </a:ln>
        </p:spPr>
      </p:pic>
      <p:sp>
        <p:nvSpPr>
          <p:cNvPr id="490" name="Google Shape;490;p27"/>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1" name="Google Shape;491;p27"/>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Macbook 2">
  <p:cSld name="Macbook 2">
    <p:spTree>
      <p:nvGrpSpPr>
        <p:cNvPr id="1" name="Shape 492"/>
        <p:cNvGrpSpPr/>
        <p:nvPr/>
      </p:nvGrpSpPr>
      <p:grpSpPr>
        <a:xfrm>
          <a:off x="0" y="0"/>
          <a:ext cx="0" cy="0"/>
          <a:chOff x="0" y="0"/>
          <a:chExt cx="0" cy="0"/>
        </a:xfrm>
      </p:grpSpPr>
      <p:pic>
        <p:nvPicPr>
          <p:cNvPr id="493" name="Google Shape;493;p28"/>
          <p:cNvPicPr preferRelativeResize="0"/>
          <p:nvPr/>
        </p:nvPicPr>
        <p:blipFill rotWithShape="1">
          <a:blip r:embed="rId2">
            <a:alphaModFix amt="85000"/>
          </a:blip>
          <a:srcRect/>
          <a:stretch/>
        </p:blipFill>
        <p:spPr>
          <a:xfrm>
            <a:off x="2642247" y="1727802"/>
            <a:ext cx="3453753" cy="3402396"/>
          </a:xfrm>
          <a:prstGeom prst="rect">
            <a:avLst/>
          </a:prstGeom>
          <a:noFill/>
          <a:ln>
            <a:noFill/>
          </a:ln>
        </p:spPr>
      </p:pic>
      <p:grpSp>
        <p:nvGrpSpPr>
          <p:cNvPr id="494" name="Google Shape;494;p28"/>
          <p:cNvGrpSpPr/>
          <p:nvPr/>
        </p:nvGrpSpPr>
        <p:grpSpPr>
          <a:xfrm>
            <a:off x="5868547" y="1080007"/>
            <a:ext cx="7666588" cy="4425443"/>
            <a:chOff x="2738438" y="30163"/>
            <a:chExt cx="11828463" cy="6827838"/>
          </a:xfrm>
        </p:grpSpPr>
        <p:sp>
          <p:nvSpPr>
            <p:cNvPr id="495" name="Google Shape;495;p28"/>
            <p:cNvSpPr/>
            <p:nvPr/>
          </p:nvSpPr>
          <p:spPr>
            <a:xfrm>
              <a:off x="3821113" y="30163"/>
              <a:ext cx="9663113" cy="6823075"/>
            </a:xfrm>
            <a:custGeom>
              <a:avLst/>
              <a:gdLst/>
              <a:ahLst/>
              <a:cxnLst/>
              <a:rect l="l" t="t" r="r" b="b"/>
              <a:pathLst>
                <a:path w="6087" h="4298" extrusionOk="0">
                  <a:moveTo>
                    <a:pt x="5887" y="4298"/>
                  </a:moveTo>
                  <a:lnTo>
                    <a:pt x="201" y="4298"/>
                  </a:lnTo>
                  <a:lnTo>
                    <a:pt x="201" y="4298"/>
                  </a:lnTo>
                  <a:lnTo>
                    <a:pt x="181" y="4298"/>
                  </a:lnTo>
                  <a:lnTo>
                    <a:pt x="161" y="4294"/>
                  </a:lnTo>
                  <a:lnTo>
                    <a:pt x="141" y="4289"/>
                  </a:lnTo>
                  <a:lnTo>
                    <a:pt x="122" y="4282"/>
                  </a:lnTo>
                  <a:lnTo>
                    <a:pt x="106" y="4274"/>
                  </a:lnTo>
                  <a:lnTo>
                    <a:pt x="89" y="4264"/>
                  </a:lnTo>
                  <a:lnTo>
                    <a:pt x="74" y="4252"/>
                  </a:lnTo>
                  <a:lnTo>
                    <a:pt x="58" y="4239"/>
                  </a:lnTo>
                  <a:lnTo>
                    <a:pt x="47" y="4225"/>
                  </a:lnTo>
                  <a:lnTo>
                    <a:pt x="35" y="4210"/>
                  </a:lnTo>
                  <a:lnTo>
                    <a:pt x="25" y="4193"/>
                  </a:lnTo>
                  <a:lnTo>
                    <a:pt x="16" y="4177"/>
                  </a:lnTo>
                  <a:lnTo>
                    <a:pt x="10" y="4158"/>
                  </a:lnTo>
                  <a:lnTo>
                    <a:pt x="5" y="4138"/>
                  </a:lnTo>
                  <a:lnTo>
                    <a:pt x="1" y="4118"/>
                  </a:lnTo>
                  <a:lnTo>
                    <a:pt x="0" y="4097"/>
                  </a:lnTo>
                  <a:lnTo>
                    <a:pt x="0" y="201"/>
                  </a:lnTo>
                  <a:lnTo>
                    <a:pt x="0" y="201"/>
                  </a:lnTo>
                  <a:lnTo>
                    <a:pt x="1" y="181"/>
                  </a:lnTo>
                  <a:lnTo>
                    <a:pt x="5" y="161"/>
                  </a:lnTo>
                  <a:lnTo>
                    <a:pt x="10" y="141"/>
                  </a:lnTo>
                  <a:lnTo>
                    <a:pt x="16" y="122"/>
                  </a:lnTo>
                  <a:lnTo>
                    <a:pt x="25" y="105"/>
                  </a:lnTo>
                  <a:lnTo>
                    <a:pt x="35" y="89"/>
                  </a:lnTo>
                  <a:lnTo>
                    <a:pt x="47" y="74"/>
                  </a:lnTo>
                  <a:lnTo>
                    <a:pt x="58" y="58"/>
                  </a:lnTo>
                  <a:lnTo>
                    <a:pt x="74" y="47"/>
                  </a:lnTo>
                  <a:lnTo>
                    <a:pt x="89" y="35"/>
                  </a:lnTo>
                  <a:lnTo>
                    <a:pt x="106" y="25"/>
                  </a:lnTo>
                  <a:lnTo>
                    <a:pt x="122" y="16"/>
                  </a:lnTo>
                  <a:lnTo>
                    <a:pt x="141" y="10"/>
                  </a:lnTo>
                  <a:lnTo>
                    <a:pt x="161" y="5"/>
                  </a:lnTo>
                  <a:lnTo>
                    <a:pt x="181" y="1"/>
                  </a:lnTo>
                  <a:lnTo>
                    <a:pt x="201" y="0"/>
                  </a:lnTo>
                  <a:lnTo>
                    <a:pt x="5887" y="0"/>
                  </a:lnTo>
                  <a:lnTo>
                    <a:pt x="5887" y="0"/>
                  </a:lnTo>
                  <a:lnTo>
                    <a:pt x="5907" y="1"/>
                  </a:lnTo>
                  <a:lnTo>
                    <a:pt x="5927" y="5"/>
                  </a:lnTo>
                  <a:lnTo>
                    <a:pt x="5946" y="10"/>
                  </a:lnTo>
                  <a:lnTo>
                    <a:pt x="5964" y="16"/>
                  </a:lnTo>
                  <a:lnTo>
                    <a:pt x="5983" y="25"/>
                  </a:lnTo>
                  <a:lnTo>
                    <a:pt x="6000" y="35"/>
                  </a:lnTo>
                  <a:lnTo>
                    <a:pt x="6015" y="47"/>
                  </a:lnTo>
                  <a:lnTo>
                    <a:pt x="6028" y="58"/>
                  </a:lnTo>
                  <a:lnTo>
                    <a:pt x="6042" y="74"/>
                  </a:lnTo>
                  <a:lnTo>
                    <a:pt x="6054" y="89"/>
                  </a:lnTo>
                  <a:lnTo>
                    <a:pt x="6064" y="105"/>
                  </a:lnTo>
                  <a:lnTo>
                    <a:pt x="6072" y="122"/>
                  </a:lnTo>
                  <a:lnTo>
                    <a:pt x="6079" y="141"/>
                  </a:lnTo>
                  <a:lnTo>
                    <a:pt x="6084" y="161"/>
                  </a:lnTo>
                  <a:lnTo>
                    <a:pt x="6087" y="181"/>
                  </a:lnTo>
                  <a:lnTo>
                    <a:pt x="6087" y="201"/>
                  </a:lnTo>
                  <a:lnTo>
                    <a:pt x="6087" y="4097"/>
                  </a:lnTo>
                  <a:lnTo>
                    <a:pt x="6087" y="4097"/>
                  </a:lnTo>
                  <a:lnTo>
                    <a:pt x="6087" y="4118"/>
                  </a:lnTo>
                  <a:lnTo>
                    <a:pt x="6084" y="4138"/>
                  </a:lnTo>
                  <a:lnTo>
                    <a:pt x="6079" y="4158"/>
                  </a:lnTo>
                  <a:lnTo>
                    <a:pt x="6072" y="4177"/>
                  </a:lnTo>
                  <a:lnTo>
                    <a:pt x="6064" y="4193"/>
                  </a:lnTo>
                  <a:lnTo>
                    <a:pt x="6054" y="4210"/>
                  </a:lnTo>
                  <a:lnTo>
                    <a:pt x="6042" y="4225"/>
                  </a:lnTo>
                  <a:lnTo>
                    <a:pt x="6028" y="4239"/>
                  </a:lnTo>
                  <a:lnTo>
                    <a:pt x="6015" y="4252"/>
                  </a:lnTo>
                  <a:lnTo>
                    <a:pt x="6000" y="4264"/>
                  </a:lnTo>
                  <a:lnTo>
                    <a:pt x="5983" y="4274"/>
                  </a:lnTo>
                  <a:lnTo>
                    <a:pt x="5964" y="4282"/>
                  </a:lnTo>
                  <a:lnTo>
                    <a:pt x="5946" y="4289"/>
                  </a:lnTo>
                  <a:lnTo>
                    <a:pt x="5927" y="4294"/>
                  </a:lnTo>
                  <a:lnTo>
                    <a:pt x="5907" y="4298"/>
                  </a:lnTo>
                  <a:lnTo>
                    <a:pt x="5887" y="4298"/>
                  </a:lnTo>
                  <a:lnTo>
                    <a:pt x="5887" y="4298"/>
                  </a:lnTo>
                  <a:close/>
                </a:path>
              </a:pathLst>
            </a:custGeom>
            <a:gradFill>
              <a:gsLst>
                <a:gs pos="0">
                  <a:srgbClr val="B0B2B4"/>
                </a:gs>
                <a:gs pos="100000">
                  <a:srgbClr val="DFE0E1"/>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6" name="Google Shape;496;p28"/>
            <p:cNvSpPr/>
            <p:nvPr/>
          </p:nvSpPr>
          <p:spPr>
            <a:xfrm>
              <a:off x="3865563" y="74613"/>
              <a:ext cx="9574213" cy="6735763"/>
            </a:xfrm>
            <a:custGeom>
              <a:avLst/>
              <a:gdLst/>
              <a:ahLst/>
              <a:cxnLst/>
              <a:rect l="l" t="t" r="r" b="b"/>
              <a:pathLst>
                <a:path w="6031" h="4243" extrusionOk="0">
                  <a:moveTo>
                    <a:pt x="5859" y="0"/>
                  </a:moveTo>
                  <a:lnTo>
                    <a:pt x="173" y="0"/>
                  </a:lnTo>
                  <a:lnTo>
                    <a:pt x="173" y="0"/>
                  </a:lnTo>
                  <a:lnTo>
                    <a:pt x="155" y="2"/>
                  </a:lnTo>
                  <a:lnTo>
                    <a:pt x="138" y="3"/>
                  </a:lnTo>
                  <a:lnTo>
                    <a:pt x="121" y="9"/>
                  </a:lnTo>
                  <a:lnTo>
                    <a:pt x="106" y="14"/>
                  </a:lnTo>
                  <a:lnTo>
                    <a:pt x="91" y="22"/>
                  </a:lnTo>
                  <a:lnTo>
                    <a:pt x="78" y="30"/>
                  </a:lnTo>
                  <a:lnTo>
                    <a:pt x="64" y="40"/>
                  </a:lnTo>
                  <a:lnTo>
                    <a:pt x="51" y="51"/>
                  </a:lnTo>
                  <a:lnTo>
                    <a:pt x="41" y="64"/>
                  </a:lnTo>
                  <a:lnTo>
                    <a:pt x="30" y="77"/>
                  </a:lnTo>
                  <a:lnTo>
                    <a:pt x="22" y="91"/>
                  </a:lnTo>
                  <a:lnTo>
                    <a:pt x="14" y="106"/>
                  </a:lnTo>
                  <a:lnTo>
                    <a:pt x="9" y="121"/>
                  </a:lnTo>
                  <a:lnTo>
                    <a:pt x="3" y="138"/>
                  </a:lnTo>
                  <a:lnTo>
                    <a:pt x="2" y="157"/>
                  </a:lnTo>
                  <a:lnTo>
                    <a:pt x="0" y="173"/>
                  </a:lnTo>
                  <a:lnTo>
                    <a:pt x="0" y="4069"/>
                  </a:lnTo>
                  <a:lnTo>
                    <a:pt x="0" y="4069"/>
                  </a:lnTo>
                  <a:lnTo>
                    <a:pt x="2" y="4086"/>
                  </a:lnTo>
                  <a:lnTo>
                    <a:pt x="3" y="4105"/>
                  </a:lnTo>
                  <a:lnTo>
                    <a:pt x="9" y="4120"/>
                  </a:lnTo>
                  <a:lnTo>
                    <a:pt x="14" y="4137"/>
                  </a:lnTo>
                  <a:lnTo>
                    <a:pt x="22" y="4152"/>
                  </a:lnTo>
                  <a:lnTo>
                    <a:pt x="30" y="4165"/>
                  </a:lnTo>
                  <a:lnTo>
                    <a:pt x="41" y="4179"/>
                  </a:lnTo>
                  <a:lnTo>
                    <a:pt x="51" y="4192"/>
                  </a:lnTo>
                  <a:lnTo>
                    <a:pt x="64" y="4202"/>
                  </a:lnTo>
                  <a:lnTo>
                    <a:pt x="78" y="4212"/>
                  </a:lnTo>
                  <a:lnTo>
                    <a:pt x="91" y="4221"/>
                  </a:lnTo>
                  <a:lnTo>
                    <a:pt x="106" y="4229"/>
                  </a:lnTo>
                  <a:lnTo>
                    <a:pt x="121" y="4234"/>
                  </a:lnTo>
                  <a:lnTo>
                    <a:pt x="138" y="4239"/>
                  </a:lnTo>
                  <a:lnTo>
                    <a:pt x="155" y="4241"/>
                  </a:lnTo>
                  <a:lnTo>
                    <a:pt x="173" y="4243"/>
                  </a:lnTo>
                  <a:lnTo>
                    <a:pt x="5859" y="4243"/>
                  </a:lnTo>
                  <a:lnTo>
                    <a:pt x="5859" y="4243"/>
                  </a:lnTo>
                  <a:lnTo>
                    <a:pt x="5876" y="4241"/>
                  </a:lnTo>
                  <a:lnTo>
                    <a:pt x="5893" y="4239"/>
                  </a:lnTo>
                  <a:lnTo>
                    <a:pt x="5910" y="4234"/>
                  </a:lnTo>
                  <a:lnTo>
                    <a:pt x="5926" y="4229"/>
                  </a:lnTo>
                  <a:lnTo>
                    <a:pt x="5941" y="4221"/>
                  </a:lnTo>
                  <a:lnTo>
                    <a:pt x="5955" y="4212"/>
                  </a:lnTo>
                  <a:lnTo>
                    <a:pt x="5968" y="4202"/>
                  </a:lnTo>
                  <a:lnTo>
                    <a:pt x="5980" y="4192"/>
                  </a:lnTo>
                  <a:lnTo>
                    <a:pt x="5992" y="4179"/>
                  </a:lnTo>
                  <a:lnTo>
                    <a:pt x="6002" y="4165"/>
                  </a:lnTo>
                  <a:lnTo>
                    <a:pt x="6010" y="4152"/>
                  </a:lnTo>
                  <a:lnTo>
                    <a:pt x="6017" y="4137"/>
                  </a:lnTo>
                  <a:lnTo>
                    <a:pt x="6024" y="4120"/>
                  </a:lnTo>
                  <a:lnTo>
                    <a:pt x="6027" y="4105"/>
                  </a:lnTo>
                  <a:lnTo>
                    <a:pt x="6031" y="4086"/>
                  </a:lnTo>
                  <a:lnTo>
                    <a:pt x="6031" y="4069"/>
                  </a:lnTo>
                  <a:lnTo>
                    <a:pt x="6031" y="173"/>
                  </a:lnTo>
                  <a:lnTo>
                    <a:pt x="6031" y="173"/>
                  </a:lnTo>
                  <a:lnTo>
                    <a:pt x="6031" y="157"/>
                  </a:lnTo>
                  <a:lnTo>
                    <a:pt x="6027" y="138"/>
                  </a:lnTo>
                  <a:lnTo>
                    <a:pt x="6024" y="121"/>
                  </a:lnTo>
                  <a:lnTo>
                    <a:pt x="6017" y="106"/>
                  </a:lnTo>
                  <a:lnTo>
                    <a:pt x="6010" y="91"/>
                  </a:lnTo>
                  <a:lnTo>
                    <a:pt x="6002" y="77"/>
                  </a:lnTo>
                  <a:lnTo>
                    <a:pt x="5992" y="64"/>
                  </a:lnTo>
                  <a:lnTo>
                    <a:pt x="5980" y="51"/>
                  </a:lnTo>
                  <a:lnTo>
                    <a:pt x="5968" y="40"/>
                  </a:lnTo>
                  <a:lnTo>
                    <a:pt x="5955" y="30"/>
                  </a:lnTo>
                  <a:lnTo>
                    <a:pt x="5941" y="22"/>
                  </a:lnTo>
                  <a:lnTo>
                    <a:pt x="5926" y="14"/>
                  </a:lnTo>
                  <a:lnTo>
                    <a:pt x="5910" y="9"/>
                  </a:lnTo>
                  <a:lnTo>
                    <a:pt x="5893" y="3"/>
                  </a:lnTo>
                  <a:lnTo>
                    <a:pt x="5876" y="2"/>
                  </a:lnTo>
                  <a:lnTo>
                    <a:pt x="5859" y="0"/>
                  </a:lnTo>
                  <a:lnTo>
                    <a:pt x="5859" y="0"/>
                  </a:lnTo>
                  <a:close/>
                </a:path>
              </a:pathLst>
            </a:custGeom>
            <a:solidFill>
              <a:srgbClr val="000000"/>
            </a:solidFill>
            <a:ln>
              <a:noFill/>
            </a:ln>
            <a:effectLst>
              <a:outerShdw blurRad="25400" algn="ctr" rotWithShape="0">
                <a:srgbClr val="000000">
                  <a:alpha val="60784"/>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7" name="Google Shape;497;p28"/>
            <p:cNvSpPr/>
            <p:nvPr/>
          </p:nvSpPr>
          <p:spPr>
            <a:xfrm>
              <a:off x="3892550" y="6342063"/>
              <a:ext cx="9520238" cy="441325"/>
            </a:xfrm>
            <a:custGeom>
              <a:avLst/>
              <a:gdLst/>
              <a:ahLst/>
              <a:cxnLst/>
              <a:rect l="l" t="t" r="r" b="b"/>
              <a:pathLst>
                <a:path w="5997" h="278" extrusionOk="0">
                  <a:moveTo>
                    <a:pt x="156" y="278"/>
                  </a:moveTo>
                  <a:lnTo>
                    <a:pt x="5842" y="278"/>
                  </a:lnTo>
                  <a:lnTo>
                    <a:pt x="5842" y="278"/>
                  </a:lnTo>
                  <a:lnTo>
                    <a:pt x="5857" y="276"/>
                  </a:lnTo>
                  <a:lnTo>
                    <a:pt x="5872" y="275"/>
                  </a:lnTo>
                  <a:lnTo>
                    <a:pt x="5887" y="269"/>
                  </a:lnTo>
                  <a:lnTo>
                    <a:pt x="5903" y="264"/>
                  </a:lnTo>
                  <a:lnTo>
                    <a:pt x="5916" y="258"/>
                  </a:lnTo>
                  <a:lnTo>
                    <a:pt x="5928" y="251"/>
                  </a:lnTo>
                  <a:lnTo>
                    <a:pt x="5941" y="241"/>
                  </a:lnTo>
                  <a:lnTo>
                    <a:pt x="5951" y="231"/>
                  </a:lnTo>
                  <a:lnTo>
                    <a:pt x="5962" y="221"/>
                  </a:lnTo>
                  <a:lnTo>
                    <a:pt x="5970" y="209"/>
                  </a:lnTo>
                  <a:lnTo>
                    <a:pt x="5978" y="195"/>
                  </a:lnTo>
                  <a:lnTo>
                    <a:pt x="5985" y="182"/>
                  </a:lnTo>
                  <a:lnTo>
                    <a:pt x="5990" y="167"/>
                  </a:lnTo>
                  <a:lnTo>
                    <a:pt x="5993" y="153"/>
                  </a:lnTo>
                  <a:lnTo>
                    <a:pt x="5997" y="137"/>
                  </a:lnTo>
                  <a:lnTo>
                    <a:pt x="5997" y="121"/>
                  </a:lnTo>
                  <a:lnTo>
                    <a:pt x="5997" y="0"/>
                  </a:lnTo>
                  <a:lnTo>
                    <a:pt x="0" y="0"/>
                  </a:lnTo>
                  <a:lnTo>
                    <a:pt x="0" y="121"/>
                  </a:lnTo>
                  <a:lnTo>
                    <a:pt x="0" y="121"/>
                  </a:lnTo>
                  <a:lnTo>
                    <a:pt x="2" y="137"/>
                  </a:lnTo>
                  <a:lnTo>
                    <a:pt x="3" y="153"/>
                  </a:lnTo>
                  <a:lnTo>
                    <a:pt x="8" y="167"/>
                  </a:lnTo>
                  <a:lnTo>
                    <a:pt x="13" y="182"/>
                  </a:lnTo>
                  <a:lnTo>
                    <a:pt x="20" y="195"/>
                  </a:lnTo>
                  <a:lnTo>
                    <a:pt x="27" y="209"/>
                  </a:lnTo>
                  <a:lnTo>
                    <a:pt x="37" y="221"/>
                  </a:lnTo>
                  <a:lnTo>
                    <a:pt x="47" y="231"/>
                  </a:lnTo>
                  <a:lnTo>
                    <a:pt x="57" y="241"/>
                  </a:lnTo>
                  <a:lnTo>
                    <a:pt x="69" y="251"/>
                  </a:lnTo>
                  <a:lnTo>
                    <a:pt x="82" y="258"/>
                  </a:lnTo>
                  <a:lnTo>
                    <a:pt x="96" y="264"/>
                  </a:lnTo>
                  <a:lnTo>
                    <a:pt x="109" y="269"/>
                  </a:lnTo>
                  <a:lnTo>
                    <a:pt x="124" y="275"/>
                  </a:lnTo>
                  <a:lnTo>
                    <a:pt x="141" y="276"/>
                  </a:lnTo>
                  <a:lnTo>
                    <a:pt x="156" y="278"/>
                  </a:lnTo>
                  <a:lnTo>
                    <a:pt x="156" y="278"/>
                  </a:lnTo>
                  <a:close/>
                </a:path>
              </a:pathLst>
            </a:custGeom>
            <a:solidFill>
              <a:srgbClr val="18181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8" name="Google Shape;498;p28"/>
            <p:cNvSpPr/>
            <p:nvPr/>
          </p:nvSpPr>
          <p:spPr>
            <a:xfrm>
              <a:off x="4205288" y="533400"/>
              <a:ext cx="8897938" cy="5565775"/>
            </a:xfrm>
            <a:prstGeom prst="rect">
              <a:avLst/>
            </a:prstGeom>
            <a:solidFill>
              <a:srgbClr val="26262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499" name="Google Shape;499;p28"/>
            <p:cNvSpPr/>
            <p:nvPr/>
          </p:nvSpPr>
          <p:spPr>
            <a:xfrm>
              <a:off x="2738438" y="6618288"/>
              <a:ext cx="11828463" cy="239713"/>
            </a:xfrm>
            <a:custGeom>
              <a:avLst/>
              <a:gdLst/>
              <a:ahLst/>
              <a:cxnLst/>
              <a:rect l="l" t="t" r="r" b="b"/>
              <a:pathLst>
                <a:path w="7451" h="151" extrusionOk="0">
                  <a:moveTo>
                    <a:pt x="7451" y="0"/>
                  </a:moveTo>
                  <a:lnTo>
                    <a:pt x="4441" y="1"/>
                  </a:lnTo>
                  <a:lnTo>
                    <a:pt x="4381" y="35"/>
                  </a:lnTo>
                  <a:lnTo>
                    <a:pt x="3097" y="35"/>
                  </a:lnTo>
                  <a:lnTo>
                    <a:pt x="3020" y="1"/>
                  </a:lnTo>
                  <a:lnTo>
                    <a:pt x="0" y="0"/>
                  </a:lnTo>
                  <a:lnTo>
                    <a:pt x="0" y="35"/>
                  </a:lnTo>
                  <a:lnTo>
                    <a:pt x="0" y="35"/>
                  </a:lnTo>
                  <a:lnTo>
                    <a:pt x="61" y="53"/>
                  </a:lnTo>
                  <a:lnTo>
                    <a:pt x="98" y="65"/>
                  </a:lnTo>
                  <a:lnTo>
                    <a:pt x="140" y="75"/>
                  </a:lnTo>
                  <a:lnTo>
                    <a:pt x="140" y="75"/>
                  </a:lnTo>
                  <a:lnTo>
                    <a:pt x="168" y="82"/>
                  </a:lnTo>
                  <a:lnTo>
                    <a:pt x="216" y="90"/>
                  </a:lnTo>
                  <a:lnTo>
                    <a:pt x="286" y="102"/>
                  </a:lnTo>
                  <a:lnTo>
                    <a:pt x="384" y="114"/>
                  </a:lnTo>
                  <a:lnTo>
                    <a:pt x="384" y="114"/>
                  </a:lnTo>
                  <a:lnTo>
                    <a:pt x="438" y="121"/>
                  </a:lnTo>
                  <a:lnTo>
                    <a:pt x="510" y="127"/>
                  </a:lnTo>
                  <a:lnTo>
                    <a:pt x="601" y="134"/>
                  </a:lnTo>
                  <a:lnTo>
                    <a:pt x="707" y="141"/>
                  </a:lnTo>
                  <a:lnTo>
                    <a:pt x="707" y="141"/>
                  </a:lnTo>
                  <a:lnTo>
                    <a:pt x="838" y="146"/>
                  </a:lnTo>
                  <a:lnTo>
                    <a:pt x="924" y="148"/>
                  </a:lnTo>
                  <a:lnTo>
                    <a:pt x="924" y="148"/>
                  </a:lnTo>
                  <a:lnTo>
                    <a:pt x="1195" y="149"/>
                  </a:lnTo>
                  <a:lnTo>
                    <a:pt x="1718" y="151"/>
                  </a:lnTo>
                  <a:lnTo>
                    <a:pt x="3188" y="151"/>
                  </a:lnTo>
                  <a:lnTo>
                    <a:pt x="5479" y="149"/>
                  </a:lnTo>
                  <a:lnTo>
                    <a:pt x="5479" y="149"/>
                  </a:lnTo>
                  <a:lnTo>
                    <a:pt x="5921" y="151"/>
                  </a:lnTo>
                  <a:lnTo>
                    <a:pt x="6244" y="151"/>
                  </a:lnTo>
                  <a:lnTo>
                    <a:pt x="6529" y="148"/>
                  </a:lnTo>
                  <a:lnTo>
                    <a:pt x="6529" y="148"/>
                  </a:lnTo>
                  <a:lnTo>
                    <a:pt x="6613" y="146"/>
                  </a:lnTo>
                  <a:lnTo>
                    <a:pt x="6744" y="141"/>
                  </a:lnTo>
                  <a:lnTo>
                    <a:pt x="6744" y="141"/>
                  </a:lnTo>
                  <a:lnTo>
                    <a:pt x="6852" y="134"/>
                  </a:lnTo>
                  <a:lnTo>
                    <a:pt x="6941" y="127"/>
                  </a:lnTo>
                  <a:lnTo>
                    <a:pt x="7015" y="121"/>
                  </a:lnTo>
                  <a:lnTo>
                    <a:pt x="7069" y="114"/>
                  </a:lnTo>
                  <a:lnTo>
                    <a:pt x="7069" y="114"/>
                  </a:lnTo>
                  <a:lnTo>
                    <a:pt x="7166" y="102"/>
                  </a:lnTo>
                  <a:lnTo>
                    <a:pt x="7237" y="90"/>
                  </a:lnTo>
                  <a:lnTo>
                    <a:pt x="7284" y="82"/>
                  </a:lnTo>
                  <a:lnTo>
                    <a:pt x="7313" y="75"/>
                  </a:lnTo>
                  <a:lnTo>
                    <a:pt x="7313" y="75"/>
                  </a:lnTo>
                  <a:lnTo>
                    <a:pt x="7353" y="65"/>
                  </a:lnTo>
                  <a:lnTo>
                    <a:pt x="7390" y="53"/>
                  </a:lnTo>
                  <a:lnTo>
                    <a:pt x="7451" y="35"/>
                  </a:lnTo>
                  <a:lnTo>
                    <a:pt x="7451" y="0"/>
                  </a:lnTo>
                  <a:close/>
                </a:path>
              </a:pathLst>
            </a:custGeom>
            <a:solidFill>
              <a:srgbClr val="A5A6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500" name="Google Shape;500;p28"/>
            <p:cNvSpPr/>
            <p:nvPr/>
          </p:nvSpPr>
          <p:spPr>
            <a:xfrm>
              <a:off x="2738438" y="6618288"/>
              <a:ext cx="11828463" cy="55563"/>
            </a:xfrm>
            <a:custGeom>
              <a:avLst/>
              <a:gdLst/>
              <a:ahLst/>
              <a:cxnLst/>
              <a:rect l="l" t="t" r="r" b="b"/>
              <a:pathLst>
                <a:path w="7451" h="35" extrusionOk="0">
                  <a:moveTo>
                    <a:pt x="7451" y="35"/>
                  </a:moveTo>
                  <a:lnTo>
                    <a:pt x="0" y="35"/>
                  </a:lnTo>
                  <a:lnTo>
                    <a:pt x="0" y="0"/>
                  </a:lnTo>
                  <a:lnTo>
                    <a:pt x="3020" y="0"/>
                  </a:lnTo>
                  <a:lnTo>
                    <a:pt x="3047" y="18"/>
                  </a:lnTo>
                  <a:lnTo>
                    <a:pt x="4413" y="18"/>
                  </a:lnTo>
                  <a:lnTo>
                    <a:pt x="4441" y="0"/>
                  </a:lnTo>
                  <a:lnTo>
                    <a:pt x="7451" y="0"/>
                  </a:lnTo>
                  <a:lnTo>
                    <a:pt x="7451" y="35"/>
                  </a:lnTo>
                  <a:close/>
                </a:path>
              </a:pathLst>
            </a:custGeom>
            <a:gradFill>
              <a:gsLst>
                <a:gs pos="0">
                  <a:srgbClr val="686B6C"/>
                </a:gs>
                <a:gs pos="3000">
                  <a:srgbClr val="96999A"/>
                </a:gs>
                <a:gs pos="9000">
                  <a:srgbClr val="DFE0E1"/>
                </a:gs>
                <a:gs pos="91000">
                  <a:srgbClr val="DFE0E1"/>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sp>
          <p:nvSpPr>
            <p:cNvPr id="501" name="Google Shape;501;p28"/>
            <p:cNvSpPr/>
            <p:nvPr/>
          </p:nvSpPr>
          <p:spPr>
            <a:xfrm>
              <a:off x="7524750" y="6619875"/>
              <a:ext cx="2255838" cy="90488"/>
            </a:xfrm>
            <a:custGeom>
              <a:avLst/>
              <a:gdLst/>
              <a:ahLst/>
              <a:cxnLst/>
              <a:rect l="l" t="t" r="r" b="b"/>
              <a:pathLst>
                <a:path w="1421" h="57" extrusionOk="0">
                  <a:moveTo>
                    <a:pt x="1389" y="2"/>
                  </a:moveTo>
                  <a:lnTo>
                    <a:pt x="32" y="2"/>
                  </a:lnTo>
                  <a:lnTo>
                    <a:pt x="32" y="2"/>
                  </a:lnTo>
                  <a:lnTo>
                    <a:pt x="17" y="2"/>
                  </a:lnTo>
                  <a:lnTo>
                    <a:pt x="0" y="0"/>
                  </a:lnTo>
                  <a:lnTo>
                    <a:pt x="0" y="34"/>
                  </a:lnTo>
                  <a:lnTo>
                    <a:pt x="0" y="34"/>
                  </a:lnTo>
                  <a:lnTo>
                    <a:pt x="20" y="44"/>
                  </a:lnTo>
                  <a:lnTo>
                    <a:pt x="42" y="51"/>
                  </a:lnTo>
                  <a:lnTo>
                    <a:pt x="64" y="56"/>
                  </a:lnTo>
                  <a:lnTo>
                    <a:pt x="85" y="57"/>
                  </a:lnTo>
                  <a:lnTo>
                    <a:pt x="1337" y="57"/>
                  </a:lnTo>
                  <a:lnTo>
                    <a:pt x="1337" y="57"/>
                  </a:lnTo>
                  <a:lnTo>
                    <a:pt x="1359" y="56"/>
                  </a:lnTo>
                  <a:lnTo>
                    <a:pt x="1381" y="51"/>
                  </a:lnTo>
                  <a:lnTo>
                    <a:pt x="1401" y="44"/>
                  </a:lnTo>
                  <a:lnTo>
                    <a:pt x="1421" y="34"/>
                  </a:lnTo>
                  <a:lnTo>
                    <a:pt x="1421" y="0"/>
                  </a:lnTo>
                  <a:lnTo>
                    <a:pt x="1421" y="0"/>
                  </a:lnTo>
                  <a:lnTo>
                    <a:pt x="1406" y="2"/>
                  </a:lnTo>
                  <a:lnTo>
                    <a:pt x="1389" y="2"/>
                  </a:lnTo>
                  <a:lnTo>
                    <a:pt x="1389" y="2"/>
                  </a:lnTo>
                  <a:close/>
                </a:path>
              </a:pathLst>
            </a:custGeom>
            <a:gradFill>
              <a:gsLst>
                <a:gs pos="0">
                  <a:srgbClr val="686B6C"/>
                </a:gs>
                <a:gs pos="3000">
                  <a:srgbClr val="96999A"/>
                </a:gs>
                <a:gs pos="9000">
                  <a:srgbClr val="D3D4D6"/>
                </a:gs>
                <a:gs pos="91000">
                  <a:srgbClr val="D3D4D6"/>
                </a:gs>
                <a:gs pos="97000">
                  <a:srgbClr val="96999A"/>
                </a:gs>
                <a:gs pos="100000">
                  <a:srgbClr val="686B6C"/>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a:solidFill>
                  <a:schemeClr val="dk1"/>
                </a:solidFill>
                <a:latin typeface="K2D"/>
                <a:ea typeface="K2D"/>
                <a:cs typeface="K2D"/>
                <a:sym typeface="K2D"/>
              </a:endParaRPr>
            </a:p>
          </p:txBody>
        </p:sp>
      </p:grpSp>
      <p:sp>
        <p:nvSpPr>
          <p:cNvPr id="502" name="Google Shape;502;p28"/>
          <p:cNvSpPr>
            <a:spLocks noGrp="1"/>
          </p:cNvSpPr>
          <p:nvPr>
            <p:ph type="pic" idx="2"/>
          </p:nvPr>
        </p:nvSpPr>
        <p:spPr>
          <a:xfrm>
            <a:off x="6825291" y="1400175"/>
            <a:ext cx="5762625" cy="3600450"/>
          </a:xfrm>
          <a:prstGeom prst="rect">
            <a:avLst/>
          </a:prstGeom>
          <a:solidFill>
            <a:srgbClr val="F2F2F2"/>
          </a:solidFill>
          <a:ln>
            <a:noFill/>
          </a:ln>
        </p:spPr>
      </p:sp>
      <p:sp>
        <p:nvSpPr>
          <p:cNvPr id="503" name="Google Shape;503;p28"/>
          <p:cNvSpPr txBox="1">
            <a:spLocks noGrp="1"/>
          </p:cNvSpPr>
          <p:nvPr>
            <p:ph type="ctrTitle"/>
          </p:nvPr>
        </p:nvSpPr>
        <p:spPr>
          <a:xfrm>
            <a:off x="514349" y="1400175"/>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4" name="Google Shape;504;p28"/>
          <p:cNvSpPr txBox="1">
            <a:spLocks noGrp="1"/>
          </p:cNvSpPr>
          <p:nvPr>
            <p:ph type="subTitle" idx="1"/>
          </p:nvPr>
        </p:nvSpPr>
        <p:spPr>
          <a:xfrm>
            <a:off x="514348" y="3160711"/>
            <a:ext cx="5153026" cy="1839914"/>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05" name="Google Shape;505;p28"/>
          <p:cNvPicPr preferRelativeResize="0"/>
          <p:nvPr/>
        </p:nvPicPr>
        <p:blipFill rotWithShape="1">
          <a:blip r:embed="rId3">
            <a:alphaModFix/>
          </a:blip>
          <a:srcRect/>
          <a:stretch/>
        </p:blipFill>
        <p:spPr>
          <a:xfrm>
            <a:off x="11987783" y="93587"/>
            <a:ext cx="107165" cy="107007"/>
          </a:xfrm>
          <a:prstGeom prst="rect">
            <a:avLst/>
          </a:prstGeom>
          <a:noFill/>
          <a:ln>
            <a:noFill/>
          </a:ln>
        </p:spPr>
      </p:pic>
      <p:sp>
        <p:nvSpPr>
          <p:cNvPr id="506" name="Google Shape;506;p28"/>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07" name="Google Shape;507;p28"/>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508" name="Google Shape;508;p28"/>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09" name="Google Shape;509;p28"/>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10" name="Google Shape;510;p28"/>
          <p:cNvGrpSpPr/>
          <p:nvPr/>
        </p:nvGrpSpPr>
        <p:grpSpPr>
          <a:xfrm>
            <a:off x="817685" y="6410864"/>
            <a:ext cx="2760487" cy="403790"/>
            <a:chOff x="741485" y="6410864"/>
            <a:chExt cx="2760487" cy="403790"/>
          </a:xfrm>
        </p:grpSpPr>
        <p:sp>
          <p:nvSpPr>
            <p:cNvPr id="511" name="Google Shape;511;p28"/>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12" name="Google Shape;512;p28"/>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13" name="Google Shape;513;p28"/>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514" name="Google Shape;514;p28"/>
          <p:cNvPicPr preferRelativeResize="0"/>
          <p:nvPr/>
        </p:nvPicPr>
        <p:blipFill rotWithShape="1">
          <a:blip r:embed="rId4">
            <a:alphaModFix/>
          </a:blip>
          <a:srcRect/>
          <a:stretch/>
        </p:blipFill>
        <p:spPr>
          <a:xfrm>
            <a:off x="2583391" y="6481985"/>
            <a:ext cx="9339545" cy="118261"/>
          </a:xfrm>
          <a:prstGeom prst="rect">
            <a:avLst/>
          </a:prstGeom>
          <a:noFill/>
          <a:ln>
            <a:noFill/>
          </a:ln>
        </p:spPr>
      </p:pic>
      <p:sp>
        <p:nvSpPr>
          <p:cNvPr id="515" name="Google Shape;515;p28"/>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6" name="Google Shape;516;p28"/>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03"/>
                                        </p:tgtEl>
                                        <p:attrNameLst>
                                          <p:attrName>style.visibility</p:attrName>
                                        </p:attrNameLst>
                                      </p:cBhvr>
                                      <p:to>
                                        <p:strVal val="visible"/>
                                      </p:to>
                                    </p:set>
                                    <p:animEffect transition="in" filter="fade">
                                      <p:cBhvr>
                                        <p:cTn id="7" dur="500"/>
                                        <p:tgtEl>
                                          <p:spTgt spid="50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04">
                                            <p:txEl>
                                              <p:pRg st="0" end="0"/>
                                            </p:txEl>
                                          </p:spTgt>
                                        </p:tgtEl>
                                        <p:attrNameLst>
                                          <p:attrName>style.visibility</p:attrName>
                                        </p:attrNameLst>
                                      </p:cBhvr>
                                      <p:to>
                                        <p:strVal val="visible"/>
                                      </p:to>
                                    </p:set>
                                    <p:animEffect transition="in" filter="fade">
                                      <p:cBhvr>
                                        <p:cTn id="11" dur="500"/>
                                        <p:tgtEl>
                                          <p:spTgt spid="504">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04">
                                            <p:txEl>
                                              <p:charRg st="1" end="1"/>
                                            </p:txEl>
                                          </p:spTgt>
                                        </p:tgtEl>
                                        <p:attrNameLst>
                                          <p:attrName>style.visibility</p:attrName>
                                        </p:attrNameLst>
                                      </p:cBhvr>
                                      <p:to>
                                        <p:strVal val="visible"/>
                                      </p:to>
                                    </p:set>
                                    <p:animEffect transition="in" filter="fade">
                                      <p:cBhvr>
                                        <p:cTn id="15" dur="500"/>
                                        <p:tgtEl>
                                          <p:spTgt spid="504">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04">
                                            <p:txEl>
                                              <p:charRg st="1" end="1"/>
                                            </p:txEl>
                                          </p:spTgt>
                                        </p:tgtEl>
                                        <p:attrNameLst>
                                          <p:attrName>style.visibility</p:attrName>
                                        </p:attrNameLst>
                                      </p:cBhvr>
                                      <p:to>
                                        <p:strVal val="visible"/>
                                      </p:to>
                                    </p:set>
                                    <p:animEffect transition="in" filter="fade">
                                      <p:cBhvr>
                                        <p:cTn id="19" dur="500"/>
                                        <p:tgtEl>
                                          <p:spTgt spid="504">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04">
                                            <p:txEl>
                                              <p:charRg st="1" end="1"/>
                                            </p:txEl>
                                          </p:spTgt>
                                        </p:tgtEl>
                                        <p:attrNameLst>
                                          <p:attrName>style.visibility</p:attrName>
                                        </p:attrNameLst>
                                      </p:cBhvr>
                                      <p:to>
                                        <p:strVal val="visible"/>
                                      </p:to>
                                    </p:set>
                                    <p:animEffect transition="in" filter="fade">
                                      <p:cBhvr>
                                        <p:cTn id="23" dur="500"/>
                                        <p:tgtEl>
                                          <p:spTgt spid="504">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04">
                                            <p:txEl>
                                              <p:charRg st="1" end="1"/>
                                            </p:txEl>
                                          </p:spTgt>
                                        </p:tgtEl>
                                        <p:attrNameLst>
                                          <p:attrName>style.visibility</p:attrName>
                                        </p:attrNameLst>
                                      </p:cBhvr>
                                      <p:to>
                                        <p:strVal val="visible"/>
                                      </p:to>
                                    </p:set>
                                    <p:animEffect transition="in" filter="fade">
                                      <p:cBhvr>
                                        <p:cTn id="27" dur="500"/>
                                        <p:tgtEl>
                                          <p:spTgt spid="504">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04">
                                            <p:txEl>
                                              <p:charRg st="1" end="1"/>
                                            </p:txEl>
                                          </p:spTgt>
                                        </p:tgtEl>
                                        <p:attrNameLst>
                                          <p:attrName>style.visibility</p:attrName>
                                        </p:attrNameLst>
                                      </p:cBhvr>
                                      <p:to>
                                        <p:strVal val="visible"/>
                                      </p:to>
                                    </p:set>
                                    <p:animEffect transition="in" filter="fade">
                                      <p:cBhvr>
                                        <p:cTn id="31" dur="500"/>
                                        <p:tgtEl>
                                          <p:spTgt spid="504">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04">
                                            <p:txEl>
                                              <p:charRg st="1" end="1"/>
                                            </p:txEl>
                                          </p:spTgt>
                                        </p:tgtEl>
                                        <p:attrNameLst>
                                          <p:attrName>style.visibility</p:attrName>
                                        </p:attrNameLst>
                                      </p:cBhvr>
                                      <p:to>
                                        <p:strVal val="visible"/>
                                      </p:to>
                                    </p:set>
                                    <p:animEffect transition="in" filter="fade">
                                      <p:cBhvr>
                                        <p:cTn id="35" dur="500"/>
                                        <p:tgtEl>
                                          <p:spTgt spid="504">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04">
                                            <p:txEl>
                                              <p:charRg st="1" end="1"/>
                                            </p:txEl>
                                          </p:spTgt>
                                        </p:tgtEl>
                                        <p:attrNameLst>
                                          <p:attrName>style.visibility</p:attrName>
                                        </p:attrNameLst>
                                      </p:cBhvr>
                                      <p:to>
                                        <p:strVal val="visible"/>
                                      </p:to>
                                    </p:set>
                                    <p:animEffect transition="in" filter="fade">
                                      <p:cBhvr>
                                        <p:cTn id="39" dur="500"/>
                                        <p:tgtEl>
                                          <p:spTgt spid="504">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04">
                                            <p:txEl>
                                              <p:charRg st="1" end="1"/>
                                            </p:txEl>
                                          </p:spTgt>
                                        </p:tgtEl>
                                        <p:attrNameLst>
                                          <p:attrName>style.visibility</p:attrName>
                                        </p:attrNameLst>
                                      </p:cBhvr>
                                      <p:to>
                                        <p:strVal val="visible"/>
                                      </p:to>
                                    </p:set>
                                    <p:animEffect transition="in" filter="fade">
                                      <p:cBhvr>
                                        <p:cTn id="43" dur="500"/>
                                        <p:tgtEl>
                                          <p:spTgt spid="504">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Phone 1">
  <p:cSld name="Phone 1">
    <p:spTree>
      <p:nvGrpSpPr>
        <p:cNvPr id="1" name="Shape 517"/>
        <p:cNvGrpSpPr/>
        <p:nvPr/>
      </p:nvGrpSpPr>
      <p:grpSpPr>
        <a:xfrm>
          <a:off x="0" y="0"/>
          <a:ext cx="0" cy="0"/>
          <a:chOff x="0" y="0"/>
          <a:chExt cx="0" cy="0"/>
        </a:xfrm>
      </p:grpSpPr>
      <p:sp>
        <p:nvSpPr>
          <p:cNvPr id="518" name="Google Shape;518;p29"/>
          <p:cNvSpPr txBox="1">
            <a:spLocks noGrp="1"/>
          </p:cNvSpPr>
          <p:nvPr>
            <p:ph type="ctrTitle"/>
          </p:nvPr>
        </p:nvSpPr>
        <p:spPr>
          <a:xfrm>
            <a:off x="514349" y="1048131"/>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9" name="Google Shape;519;p29"/>
          <p:cNvSpPr txBox="1">
            <a:spLocks noGrp="1"/>
          </p:cNvSpPr>
          <p:nvPr>
            <p:ph type="subTitle" idx="1"/>
          </p:nvPr>
        </p:nvSpPr>
        <p:spPr>
          <a:xfrm>
            <a:off x="514348" y="2808667"/>
            <a:ext cx="5153026" cy="228720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520" name="Google Shape;520;p29"/>
          <p:cNvPicPr preferRelativeResize="0"/>
          <p:nvPr/>
        </p:nvPicPr>
        <p:blipFill rotWithShape="1">
          <a:blip r:embed="rId2">
            <a:alphaModFix amt="85000"/>
          </a:blip>
          <a:srcRect/>
          <a:stretch/>
        </p:blipFill>
        <p:spPr>
          <a:xfrm>
            <a:off x="4369123" y="1742120"/>
            <a:ext cx="3453753" cy="3402396"/>
          </a:xfrm>
          <a:prstGeom prst="rect">
            <a:avLst/>
          </a:prstGeom>
          <a:noFill/>
          <a:ln>
            <a:noFill/>
          </a:ln>
        </p:spPr>
      </p:pic>
      <p:pic>
        <p:nvPicPr>
          <p:cNvPr id="521" name="Google Shape;521;p29" descr="Samsung Mobile Mockup Template Download on Pngtree | Mobile mockup, Samsung  mobile, Samsung"/>
          <p:cNvPicPr preferRelativeResize="0"/>
          <p:nvPr/>
        </p:nvPicPr>
        <p:blipFill rotWithShape="1">
          <a:blip r:embed="rId3">
            <a:alphaModFix/>
          </a:blip>
          <a:srcRect/>
          <a:stretch/>
        </p:blipFill>
        <p:spPr>
          <a:xfrm>
            <a:off x="6746875" y="657226"/>
            <a:ext cx="4972049" cy="4972050"/>
          </a:xfrm>
          <a:prstGeom prst="rect">
            <a:avLst/>
          </a:prstGeom>
          <a:noFill/>
          <a:ln>
            <a:noFill/>
          </a:ln>
        </p:spPr>
      </p:pic>
      <p:sp>
        <p:nvSpPr>
          <p:cNvPr id="522" name="Google Shape;522;p29"/>
          <p:cNvSpPr>
            <a:spLocks noGrp="1"/>
          </p:cNvSpPr>
          <p:nvPr>
            <p:ph type="pic" idx="2"/>
          </p:nvPr>
        </p:nvSpPr>
        <p:spPr>
          <a:xfrm>
            <a:off x="8305800" y="1057275"/>
            <a:ext cx="2095500" cy="4038600"/>
          </a:xfrm>
          <a:prstGeom prst="roundRect">
            <a:avLst>
              <a:gd name="adj" fmla="val 4741"/>
            </a:avLst>
          </a:prstGeom>
          <a:solidFill>
            <a:srgbClr val="F2F2F2"/>
          </a:solidFill>
          <a:ln>
            <a:noFill/>
          </a:ln>
        </p:spPr>
      </p:sp>
      <p:pic>
        <p:nvPicPr>
          <p:cNvPr id="523" name="Google Shape;523;p29"/>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24" name="Google Shape;524;p29"/>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25" name="Google Shape;525;p29"/>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526" name="Google Shape;526;p29"/>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27" name="Google Shape;527;p29"/>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28" name="Google Shape;528;p29"/>
          <p:cNvGrpSpPr/>
          <p:nvPr/>
        </p:nvGrpSpPr>
        <p:grpSpPr>
          <a:xfrm>
            <a:off x="817685" y="6410864"/>
            <a:ext cx="2760487" cy="403790"/>
            <a:chOff x="741485" y="6410864"/>
            <a:chExt cx="2760487" cy="403790"/>
          </a:xfrm>
        </p:grpSpPr>
        <p:sp>
          <p:nvSpPr>
            <p:cNvPr id="529" name="Google Shape;529;p29"/>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30" name="Google Shape;530;p29"/>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31" name="Google Shape;531;p29"/>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532" name="Google Shape;532;p29"/>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533" name="Google Shape;533;p29"/>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4" name="Google Shape;534;p29"/>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8"/>
                                        </p:tgtEl>
                                        <p:attrNameLst>
                                          <p:attrName>style.visibility</p:attrName>
                                        </p:attrNameLst>
                                      </p:cBhvr>
                                      <p:to>
                                        <p:strVal val="visible"/>
                                      </p:to>
                                    </p:set>
                                    <p:animEffect transition="in" filter="fade">
                                      <p:cBhvr>
                                        <p:cTn id="7" dur="500"/>
                                        <p:tgtEl>
                                          <p:spTgt spid="51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9">
                                            <p:txEl>
                                              <p:pRg st="0" end="0"/>
                                            </p:txEl>
                                          </p:spTgt>
                                        </p:tgtEl>
                                        <p:attrNameLst>
                                          <p:attrName>style.visibility</p:attrName>
                                        </p:attrNameLst>
                                      </p:cBhvr>
                                      <p:to>
                                        <p:strVal val="visible"/>
                                      </p:to>
                                    </p:set>
                                    <p:animEffect transition="in" filter="fade">
                                      <p:cBhvr>
                                        <p:cTn id="11" dur="500"/>
                                        <p:tgtEl>
                                          <p:spTgt spid="519">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19">
                                            <p:txEl>
                                              <p:charRg st="1" end="1"/>
                                            </p:txEl>
                                          </p:spTgt>
                                        </p:tgtEl>
                                        <p:attrNameLst>
                                          <p:attrName>style.visibility</p:attrName>
                                        </p:attrNameLst>
                                      </p:cBhvr>
                                      <p:to>
                                        <p:strVal val="visible"/>
                                      </p:to>
                                    </p:set>
                                    <p:animEffect transition="in" filter="fade">
                                      <p:cBhvr>
                                        <p:cTn id="15" dur="500"/>
                                        <p:tgtEl>
                                          <p:spTgt spid="519">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19">
                                            <p:txEl>
                                              <p:charRg st="1" end="1"/>
                                            </p:txEl>
                                          </p:spTgt>
                                        </p:tgtEl>
                                        <p:attrNameLst>
                                          <p:attrName>style.visibility</p:attrName>
                                        </p:attrNameLst>
                                      </p:cBhvr>
                                      <p:to>
                                        <p:strVal val="visible"/>
                                      </p:to>
                                    </p:set>
                                    <p:animEffect transition="in" filter="fade">
                                      <p:cBhvr>
                                        <p:cTn id="19" dur="500"/>
                                        <p:tgtEl>
                                          <p:spTgt spid="519">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19">
                                            <p:txEl>
                                              <p:charRg st="1" end="1"/>
                                            </p:txEl>
                                          </p:spTgt>
                                        </p:tgtEl>
                                        <p:attrNameLst>
                                          <p:attrName>style.visibility</p:attrName>
                                        </p:attrNameLst>
                                      </p:cBhvr>
                                      <p:to>
                                        <p:strVal val="visible"/>
                                      </p:to>
                                    </p:set>
                                    <p:animEffect transition="in" filter="fade">
                                      <p:cBhvr>
                                        <p:cTn id="23" dur="500"/>
                                        <p:tgtEl>
                                          <p:spTgt spid="519">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19">
                                            <p:txEl>
                                              <p:charRg st="1" end="1"/>
                                            </p:txEl>
                                          </p:spTgt>
                                        </p:tgtEl>
                                        <p:attrNameLst>
                                          <p:attrName>style.visibility</p:attrName>
                                        </p:attrNameLst>
                                      </p:cBhvr>
                                      <p:to>
                                        <p:strVal val="visible"/>
                                      </p:to>
                                    </p:set>
                                    <p:animEffect transition="in" filter="fade">
                                      <p:cBhvr>
                                        <p:cTn id="27" dur="500"/>
                                        <p:tgtEl>
                                          <p:spTgt spid="519">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19">
                                            <p:txEl>
                                              <p:charRg st="1" end="1"/>
                                            </p:txEl>
                                          </p:spTgt>
                                        </p:tgtEl>
                                        <p:attrNameLst>
                                          <p:attrName>style.visibility</p:attrName>
                                        </p:attrNameLst>
                                      </p:cBhvr>
                                      <p:to>
                                        <p:strVal val="visible"/>
                                      </p:to>
                                    </p:set>
                                    <p:animEffect transition="in" filter="fade">
                                      <p:cBhvr>
                                        <p:cTn id="31" dur="500"/>
                                        <p:tgtEl>
                                          <p:spTgt spid="519">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19">
                                            <p:txEl>
                                              <p:charRg st="1" end="1"/>
                                            </p:txEl>
                                          </p:spTgt>
                                        </p:tgtEl>
                                        <p:attrNameLst>
                                          <p:attrName>style.visibility</p:attrName>
                                        </p:attrNameLst>
                                      </p:cBhvr>
                                      <p:to>
                                        <p:strVal val="visible"/>
                                      </p:to>
                                    </p:set>
                                    <p:animEffect transition="in" filter="fade">
                                      <p:cBhvr>
                                        <p:cTn id="35" dur="500"/>
                                        <p:tgtEl>
                                          <p:spTgt spid="519">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19">
                                            <p:txEl>
                                              <p:charRg st="1" end="1"/>
                                            </p:txEl>
                                          </p:spTgt>
                                        </p:tgtEl>
                                        <p:attrNameLst>
                                          <p:attrName>style.visibility</p:attrName>
                                        </p:attrNameLst>
                                      </p:cBhvr>
                                      <p:to>
                                        <p:strVal val="visible"/>
                                      </p:to>
                                    </p:set>
                                    <p:animEffect transition="in" filter="fade">
                                      <p:cBhvr>
                                        <p:cTn id="39" dur="500"/>
                                        <p:tgtEl>
                                          <p:spTgt spid="519">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19">
                                            <p:txEl>
                                              <p:charRg st="1" end="1"/>
                                            </p:txEl>
                                          </p:spTgt>
                                        </p:tgtEl>
                                        <p:attrNameLst>
                                          <p:attrName>style.visibility</p:attrName>
                                        </p:attrNameLst>
                                      </p:cBhvr>
                                      <p:to>
                                        <p:strVal val="visible"/>
                                      </p:to>
                                    </p:set>
                                    <p:animEffect transition="in" filter="fade">
                                      <p:cBhvr>
                                        <p:cTn id="43" dur="500"/>
                                        <p:tgtEl>
                                          <p:spTgt spid="51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Phone 2">
  <p:cSld name="Phone 2">
    <p:spTree>
      <p:nvGrpSpPr>
        <p:cNvPr id="1" name="Shape 535"/>
        <p:cNvGrpSpPr/>
        <p:nvPr/>
      </p:nvGrpSpPr>
      <p:grpSpPr>
        <a:xfrm>
          <a:off x="0" y="0"/>
          <a:ext cx="0" cy="0"/>
          <a:chOff x="0" y="0"/>
          <a:chExt cx="0" cy="0"/>
        </a:xfrm>
      </p:grpSpPr>
      <p:pic>
        <p:nvPicPr>
          <p:cNvPr id="536" name="Google Shape;536;p30"/>
          <p:cNvPicPr preferRelativeResize="0"/>
          <p:nvPr/>
        </p:nvPicPr>
        <p:blipFill rotWithShape="1">
          <a:blip r:embed="rId2">
            <a:alphaModFix/>
          </a:blip>
          <a:srcRect/>
          <a:stretch/>
        </p:blipFill>
        <p:spPr>
          <a:xfrm>
            <a:off x="7943863" y="1011126"/>
            <a:ext cx="3171810" cy="5138780"/>
          </a:xfrm>
          <a:prstGeom prst="rect">
            <a:avLst/>
          </a:prstGeom>
          <a:noFill/>
          <a:ln>
            <a:noFill/>
          </a:ln>
        </p:spPr>
      </p:pic>
      <p:pic>
        <p:nvPicPr>
          <p:cNvPr id="537" name="Google Shape;537;p30"/>
          <p:cNvPicPr preferRelativeResize="0"/>
          <p:nvPr/>
        </p:nvPicPr>
        <p:blipFill rotWithShape="1">
          <a:blip r:embed="rId3">
            <a:alphaModFix amt="85000"/>
          </a:blip>
          <a:srcRect/>
          <a:stretch/>
        </p:blipFill>
        <p:spPr>
          <a:xfrm>
            <a:off x="4369123" y="1742120"/>
            <a:ext cx="3453753" cy="3402396"/>
          </a:xfrm>
          <a:prstGeom prst="rect">
            <a:avLst/>
          </a:prstGeom>
          <a:noFill/>
          <a:ln>
            <a:noFill/>
          </a:ln>
        </p:spPr>
      </p:pic>
      <p:pic>
        <p:nvPicPr>
          <p:cNvPr id="538" name="Google Shape;538;p30"/>
          <p:cNvPicPr preferRelativeResize="0"/>
          <p:nvPr/>
        </p:nvPicPr>
        <p:blipFill rotWithShape="1">
          <a:blip r:embed="rId4">
            <a:alphaModFix/>
          </a:blip>
          <a:srcRect/>
          <a:stretch/>
        </p:blipFill>
        <p:spPr>
          <a:xfrm>
            <a:off x="11987783" y="93587"/>
            <a:ext cx="107165" cy="107007"/>
          </a:xfrm>
          <a:prstGeom prst="rect">
            <a:avLst/>
          </a:prstGeom>
          <a:noFill/>
          <a:ln>
            <a:noFill/>
          </a:ln>
        </p:spPr>
      </p:pic>
      <p:sp>
        <p:nvSpPr>
          <p:cNvPr id="539" name="Google Shape;539;p30"/>
          <p:cNvSpPr txBox="1">
            <a:spLocks noGrp="1"/>
          </p:cNvSpPr>
          <p:nvPr>
            <p:ph type="ctrTitle"/>
          </p:nvPr>
        </p:nvSpPr>
        <p:spPr>
          <a:xfrm>
            <a:off x="514349" y="1048131"/>
            <a:ext cx="5153025" cy="1655762"/>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rgbClr val="0070C0"/>
              </a:buClr>
              <a:buSzPts val="4000"/>
              <a:buFont typeface="K2D"/>
              <a:buNone/>
              <a:defRPr sz="4000" b="1">
                <a:solidFill>
                  <a:srgbClr val="0070C0"/>
                </a:solidFill>
                <a:latin typeface="K2D"/>
                <a:ea typeface="K2D"/>
                <a:cs typeface="K2D"/>
                <a:sym typeface="K2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0" name="Google Shape;540;p30"/>
          <p:cNvSpPr txBox="1">
            <a:spLocks noGrp="1"/>
          </p:cNvSpPr>
          <p:nvPr>
            <p:ph type="subTitle" idx="1"/>
          </p:nvPr>
        </p:nvSpPr>
        <p:spPr>
          <a:xfrm>
            <a:off x="514348" y="2808667"/>
            <a:ext cx="5153026" cy="2287208"/>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rgbClr val="595959"/>
              </a:buClr>
              <a:buSzPts val="2000"/>
              <a:buNone/>
              <a:defRPr sz="2000">
                <a:solidFill>
                  <a:srgbClr val="595959"/>
                </a:solidFill>
                <a:latin typeface="Readex Pro"/>
                <a:ea typeface="Readex Pro"/>
                <a:cs typeface="Readex Pro"/>
                <a:sym typeface="Readex Pr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41" name="Google Shape;541;p30"/>
          <p:cNvSpPr txBox="1"/>
          <p:nvPr/>
        </p:nvSpPr>
        <p:spPr>
          <a:xfrm>
            <a:off x="159150" y="645489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lt1"/>
                </a:solidFill>
                <a:latin typeface="K2D"/>
                <a:ea typeface="K2D"/>
                <a:cs typeface="K2D"/>
                <a:sym typeface="K2D"/>
              </a:rPr>
              <a:t>‹#›</a:t>
            </a:fld>
            <a:endParaRPr sz="1200">
              <a:solidFill>
                <a:schemeClr val="lt1"/>
              </a:solidFill>
              <a:latin typeface="K2D"/>
              <a:ea typeface="K2D"/>
              <a:cs typeface="K2D"/>
              <a:sym typeface="K2D"/>
            </a:endParaRPr>
          </a:p>
        </p:txBody>
      </p:sp>
      <p:sp>
        <p:nvSpPr>
          <p:cNvPr id="542" name="Google Shape;542;p30"/>
          <p:cNvSpPr/>
          <p:nvPr/>
        </p:nvSpPr>
        <p:spPr>
          <a:xfrm>
            <a:off x="159150" y="6474525"/>
            <a:ext cx="653867" cy="298450"/>
          </a:xfrm>
          <a:prstGeom prst="rect">
            <a:avLst/>
          </a:prstGeom>
          <a:solidFill>
            <a:srgbClr val="1F5CA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a:solidFill>
                  <a:schemeClr val="lt1"/>
                </a:solidFill>
                <a:latin typeface="K2D"/>
                <a:ea typeface="K2D"/>
                <a:cs typeface="K2D"/>
                <a:sym typeface="K2D"/>
              </a:rPr>
              <a:t>CTU</a:t>
            </a:r>
            <a:endParaRPr>
              <a:latin typeface="Times New Roman" panose="02020603050405020304" pitchFamily="18" charset="0"/>
              <a:cs typeface="Times New Roman" panose="02020603050405020304" pitchFamily="18" charset="0"/>
            </a:endParaRPr>
          </a:p>
        </p:txBody>
      </p:sp>
      <p:sp>
        <p:nvSpPr>
          <p:cNvPr id="543" name="Google Shape;543;p30"/>
          <p:cNvSpPr/>
          <p:nvPr/>
        </p:nvSpPr>
        <p:spPr>
          <a:xfrm>
            <a:off x="11568430" y="6548263"/>
            <a:ext cx="340536" cy="170378"/>
          </a:xfrm>
          <a:prstGeom prst="rect">
            <a:avLst/>
          </a:prstGeom>
          <a:solidFill>
            <a:srgbClr val="00AFE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K2D"/>
              <a:ea typeface="K2D"/>
              <a:cs typeface="K2D"/>
              <a:sym typeface="K2D"/>
            </a:endParaRPr>
          </a:p>
        </p:txBody>
      </p:sp>
      <p:sp>
        <p:nvSpPr>
          <p:cNvPr id="544" name="Google Shape;544;p30"/>
          <p:cNvSpPr txBox="1"/>
          <p:nvPr/>
        </p:nvSpPr>
        <p:spPr>
          <a:xfrm>
            <a:off x="11512613" y="6447278"/>
            <a:ext cx="465556"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000">
                <a:solidFill>
                  <a:schemeClr val="lt1"/>
                </a:solidFill>
                <a:latin typeface="K2D"/>
                <a:ea typeface="K2D"/>
                <a:cs typeface="K2D"/>
                <a:sym typeface="K2D"/>
              </a:rPr>
              <a:t>‹#›</a:t>
            </a:fld>
            <a:endParaRPr sz="1050">
              <a:solidFill>
                <a:schemeClr val="lt1"/>
              </a:solidFill>
              <a:latin typeface="K2D"/>
              <a:ea typeface="K2D"/>
              <a:cs typeface="K2D"/>
              <a:sym typeface="K2D"/>
            </a:endParaRPr>
          </a:p>
        </p:txBody>
      </p:sp>
      <p:grpSp>
        <p:nvGrpSpPr>
          <p:cNvPr id="545" name="Google Shape;545;p30"/>
          <p:cNvGrpSpPr/>
          <p:nvPr/>
        </p:nvGrpSpPr>
        <p:grpSpPr>
          <a:xfrm>
            <a:off x="817685" y="6410864"/>
            <a:ext cx="2760487" cy="403790"/>
            <a:chOff x="741485" y="6410864"/>
            <a:chExt cx="2760487" cy="403790"/>
          </a:xfrm>
        </p:grpSpPr>
        <p:sp>
          <p:nvSpPr>
            <p:cNvPr id="546" name="Google Shape;546;p30"/>
            <p:cNvSpPr txBox="1"/>
            <p:nvPr/>
          </p:nvSpPr>
          <p:spPr>
            <a:xfrm>
              <a:off x="741485" y="6599210"/>
              <a:ext cx="1922253" cy="21544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AFEF"/>
                </a:buClr>
                <a:buSzPts val="800"/>
                <a:buFont typeface="Readex Pro"/>
                <a:buNone/>
              </a:pPr>
              <a:r>
                <a:rPr lang="en-US" sz="800" b="0" i="0" u="none" strike="noStrike" cap="none">
                  <a:solidFill>
                    <a:srgbClr val="00AFEF"/>
                  </a:solidFill>
                  <a:latin typeface="Readex Pro"/>
                  <a:ea typeface="Readex Pro"/>
                  <a:cs typeface="Readex Pro"/>
                  <a:sym typeface="Readex Pro"/>
                </a:rPr>
                <a:t>Cộng đồng – Toàn diện – Ưu việt</a:t>
              </a:r>
              <a:endParaRPr sz="800" b="0" i="0" u="none" strike="noStrike" cap="none">
                <a:solidFill>
                  <a:srgbClr val="00AFEF"/>
                </a:solidFill>
                <a:latin typeface="Readex Pro"/>
                <a:ea typeface="Readex Pro"/>
                <a:cs typeface="Readex Pro"/>
                <a:sym typeface="Readex Pro"/>
              </a:endParaRPr>
            </a:p>
          </p:txBody>
        </p:sp>
        <p:sp>
          <p:nvSpPr>
            <p:cNvPr id="547" name="Google Shape;547;p30"/>
            <p:cNvSpPr txBox="1"/>
            <p:nvPr/>
          </p:nvSpPr>
          <p:spPr>
            <a:xfrm>
              <a:off x="741485" y="6410864"/>
              <a:ext cx="2760487"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1F5CA9"/>
                  </a:solidFill>
                  <a:latin typeface="K2D"/>
                  <a:ea typeface="K2D"/>
                  <a:cs typeface="K2D"/>
                  <a:sym typeface="K2D"/>
                </a:rPr>
                <a:t>ĐẠI HỌC CẦN THƠ</a:t>
              </a:r>
              <a:endParaRPr sz="1400" b="1">
                <a:solidFill>
                  <a:srgbClr val="1F5CA9"/>
                </a:solidFill>
                <a:latin typeface="K2D"/>
                <a:ea typeface="K2D"/>
                <a:cs typeface="K2D"/>
                <a:sym typeface="K2D"/>
              </a:endParaRPr>
            </a:p>
          </p:txBody>
        </p:sp>
      </p:grpSp>
      <p:sp>
        <p:nvSpPr>
          <p:cNvPr id="548" name="Google Shape;548;p30"/>
          <p:cNvSpPr txBox="1"/>
          <p:nvPr/>
        </p:nvSpPr>
        <p:spPr>
          <a:xfrm>
            <a:off x="10032442" y="6467840"/>
            <a:ext cx="150233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a:solidFill>
                  <a:srgbClr val="00AFEF"/>
                </a:solidFill>
                <a:latin typeface="K2D"/>
                <a:ea typeface="K2D"/>
                <a:cs typeface="K2D"/>
                <a:sym typeface="K2D"/>
              </a:rPr>
              <a:t>www.ctu.edu.vn</a:t>
            </a:r>
            <a:endParaRPr>
              <a:latin typeface="Times New Roman" panose="02020603050405020304" pitchFamily="18" charset="0"/>
              <a:cs typeface="Times New Roman" panose="02020603050405020304" pitchFamily="18" charset="0"/>
            </a:endParaRPr>
          </a:p>
        </p:txBody>
      </p:sp>
      <p:pic>
        <p:nvPicPr>
          <p:cNvPr id="549" name="Google Shape;549;p30"/>
          <p:cNvPicPr preferRelativeResize="0"/>
          <p:nvPr/>
        </p:nvPicPr>
        <p:blipFill rotWithShape="1">
          <a:blip r:embed="rId5">
            <a:alphaModFix/>
          </a:blip>
          <a:srcRect/>
          <a:stretch/>
        </p:blipFill>
        <p:spPr>
          <a:xfrm>
            <a:off x="2583391" y="6481985"/>
            <a:ext cx="9339545" cy="118261"/>
          </a:xfrm>
          <a:prstGeom prst="rect">
            <a:avLst/>
          </a:prstGeom>
          <a:noFill/>
          <a:ln>
            <a:noFill/>
          </a:ln>
        </p:spPr>
      </p:pic>
      <p:sp>
        <p:nvSpPr>
          <p:cNvPr id="550" name="Google Shape;550;p30"/>
          <p:cNvSpPr txBox="1">
            <a:spLocks noGrp="1"/>
          </p:cNvSpPr>
          <p:nvPr>
            <p:ph type="dt" idx="10"/>
          </p:nvPr>
        </p:nvSpPr>
        <p:spPr>
          <a:xfrm>
            <a:off x="1218484" y="6548263"/>
            <a:ext cx="2381966"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1" name="Google Shape;551;p30"/>
          <p:cNvSpPr txBox="1">
            <a:spLocks noGrp="1"/>
          </p:cNvSpPr>
          <p:nvPr>
            <p:ph type="ftr" idx="11"/>
          </p:nvPr>
        </p:nvSpPr>
        <p:spPr>
          <a:xfrm>
            <a:off x="4038600" y="6548263"/>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atin typeface="K2D"/>
                <a:ea typeface="K2D"/>
                <a:cs typeface="K2D"/>
                <a:sym typeface="K2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2" name="Google Shape;552;p30"/>
          <p:cNvSpPr>
            <a:spLocks noGrp="1"/>
          </p:cNvSpPr>
          <p:nvPr>
            <p:ph type="pic" idx="2"/>
          </p:nvPr>
        </p:nvSpPr>
        <p:spPr>
          <a:xfrm>
            <a:off x="8461702" y="1108334"/>
            <a:ext cx="2131430" cy="4626572"/>
          </a:xfrm>
          <a:prstGeom prst="rect">
            <a:avLst/>
          </a:prstGeom>
          <a:solidFill>
            <a:srgbClr val="F2F2F2"/>
          </a:solidFill>
          <a:ln>
            <a:noFill/>
          </a:ln>
        </p:spPr>
      </p:sp>
      <p:pic>
        <p:nvPicPr>
          <p:cNvPr id="553" name="Google Shape;553;p30"/>
          <p:cNvPicPr preferRelativeResize="0">
            <a:picLocks noGrp="1"/>
          </p:cNvPicPr>
          <p:nvPr>
            <p:ph type="pic" idx="3"/>
          </p:nvPr>
        </p:nvPicPr>
        <p:blipFill/>
        <p:spPr>
          <a:xfrm>
            <a:off x="9255760" y="1200818"/>
            <a:ext cx="534445" cy="155541"/>
          </a:xfrm>
          <a:prstGeom prst="rect">
            <a:avLst/>
          </a:prstGeom>
          <a:blipFill rotWithShape="1">
            <a:blip r:embed="rId6">
              <a:alphaModFix/>
            </a:blip>
            <a:stretch>
              <a:fillRect/>
            </a:stretch>
          </a:blip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9"/>
                                        </p:tgtEl>
                                        <p:attrNameLst>
                                          <p:attrName>style.visibility</p:attrName>
                                        </p:attrNameLst>
                                      </p:cBhvr>
                                      <p:to>
                                        <p:strVal val="visible"/>
                                      </p:to>
                                    </p:set>
                                    <p:animEffect transition="in" filter="fade">
                                      <p:cBhvr>
                                        <p:cTn id="7" dur="500"/>
                                        <p:tgtEl>
                                          <p:spTgt spid="53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40">
                                            <p:txEl>
                                              <p:pRg st="0" end="0"/>
                                            </p:txEl>
                                          </p:spTgt>
                                        </p:tgtEl>
                                        <p:attrNameLst>
                                          <p:attrName>style.visibility</p:attrName>
                                        </p:attrNameLst>
                                      </p:cBhvr>
                                      <p:to>
                                        <p:strVal val="visible"/>
                                      </p:to>
                                    </p:set>
                                    <p:animEffect transition="in" filter="fade">
                                      <p:cBhvr>
                                        <p:cTn id="11" dur="500"/>
                                        <p:tgtEl>
                                          <p:spTgt spid="540">
                                            <p:txEl>
                                              <p:pRg st="0" end="0"/>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40">
                                            <p:txEl>
                                              <p:charRg st="1" end="1"/>
                                            </p:txEl>
                                          </p:spTgt>
                                        </p:tgtEl>
                                        <p:attrNameLst>
                                          <p:attrName>style.visibility</p:attrName>
                                        </p:attrNameLst>
                                      </p:cBhvr>
                                      <p:to>
                                        <p:strVal val="visible"/>
                                      </p:to>
                                    </p:set>
                                    <p:animEffect transition="in" filter="fade">
                                      <p:cBhvr>
                                        <p:cTn id="15" dur="500"/>
                                        <p:tgtEl>
                                          <p:spTgt spid="540">
                                            <p:txEl>
                                              <p:charRg st="1" end="1"/>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40">
                                            <p:txEl>
                                              <p:charRg st="1" end="1"/>
                                            </p:txEl>
                                          </p:spTgt>
                                        </p:tgtEl>
                                        <p:attrNameLst>
                                          <p:attrName>style.visibility</p:attrName>
                                        </p:attrNameLst>
                                      </p:cBhvr>
                                      <p:to>
                                        <p:strVal val="visible"/>
                                      </p:to>
                                    </p:set>
                                    <p:animEffect transition="in" filter="fade">
                                      <p:cBhvr>
                                        <p:cTn id="19" dur="500"/>
                                        <p:tgtEl>
                                          <p:spTgt spid="540">
                                            <p:txEl>
                                              <p:charRg st="1" end="1"/>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540">
                                            <p:txEl>
                                              <p:charRg st="1" end="1"/>
                                            </p:txEl>
                                          </p:spTgt>
                                        </p:tgtEl>
                                        <p:attrNameLst>
                                          <p:attrName>style.visibility</p:attrName>
                                        </p:attrNameLst>
                                      </p:cBhvr>
                                      <p:to>
                                        <p:strVal val="visible"/>
                                      </p:to>
                                    </p:set>
                                    <p:animEffect transition="in" filter="fade">
                                      <p:cBhvr>
                                        <p:cTn id="23" dur="500"/>
                                        <p:tgtEl>
                                          <p:spTgt spid="540">
                                            <p:txEl>
                                              <p:charRg st="1" end="1"/>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540">
                                            <p:txEl>
                                              <p:charRg st="1" end="1"/>
                                            </p:txEl>
                                          </p:spTgt>
                                        </p:tgtEl>
                                        <p:attrNameLst>
                                          <p:attrName>style.visibility</p:attrName>
                                        </p:attrNameLst>
                                      </p:cBhvr>
                                      <p:to>
                                        <p:strVal val="visible"/>
                                      </p:to>
                                    </p:set>
                                    <p:animEffect transition="in" filter="fade">
                                      <p:cBhvr>
                                        <p:cTn id="27" dur="500"/>
                                        <p:tgtEl>
                                          <p:spTgt spid="540">
                                            <p:txEl>
                                              <p:charRg st="1" end="1"/>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540">
                                            <p:txEl>
                                              <p:charRg st="1" end="1"/>
                                            </p:txEl>
                                          </p:spTgt>
                                        </p:tgtEl>
                                        <p:attrNameLst>
                                          <p:attrName>style.visibility</p:attrName>
                                        </p:attrNameLst>
                                      </p:cBhvr>
                                      <p:to>
                                        <p:strVal val="visible"/>
                                      </p:to>
                                    </p:set>
                                    <p:animEffect transition="in" filter="fade">
                                      <p:cBhvr>
                                        <p:cTn id="31" dur="500"/>
                                        <p:tgtEl>
                                          <p:spTgt spid="540">
                                            <p:txEl>
                                              <p:charRg st="1" end="1"/>
                                            </p:txEl>
                                          </p:spTgt>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540">
                                            <p:txEl>
                                              <p:charRg st="1" end="1"/>
                                            </p:txEl>
                                          </p:spTgt>
                                        </p:tgtEl>
                                        <p:attrNameLst>
                                          <p:attrName>style.visibility</p:attrName>
                                        </p:attrNameLst>
                                      </p:cBhvr>
                                      <p:to>
                                        <p:strVal val="visible"/>
                                      </p:to>
                                    </p:set>
                                    <p:animEffect transition="in" filter="fade">
                                      <p:cBhvr>
                                        <p:cTn id="35" dur="500"/>
                                        <p:tgtEl>
                                          <p:spTgt spid="540">
                                            <p:txEl>
                                              <p:charRg st="1" end="1"/>
                                            </p:txEl>
                                          </p:spTgt>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40">
                                            <p:txEl>
                                              <p:charRg st="1" end="1"/>
                                            </p:txEl>
                                          </p:spTgt>
                                        </p:tgtEl>
                                        <p:attrNameLst>
                                          <p:attrName>style.visibility</p:attrName>
                                        </p:attrNameLst>
                                      </p:cBhvr>
                                      <p:to>
                                        <p:strVal val="visible"/>
                                      </p:to>
                                    </p:set>
                                    <p:animEffect transition="in" filter="fade">
                                      <p:cBhvr>
                                        <p:cTn id="39" dur="500"/>
                                        <p:tgtEl>
                                          <p:spTgt spid="540">
                                            <p:txEl>
                                              <p:charRg st="1" end="1"/>
                                            </p:txEl>
                                          </p:spTgt>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540">
                                            <p:txEl>
                                              <p:charRg st="1" end="1"/>
                                            </p:txEl>
                                          </p:spTgt>
                                        </p:tgtEl>
                                        <p:attrNameLst>
                                          <p:attrName>style.visibility</p:attrName>
                                        </p:attrNameLst>
                                      </p:cBhvr>
                                      <p:to>
                                        <p:strVal val="visible"/>
                                      </p:to>
                                    </p:set>
                                    <p:animEffect transition="in" filter="fade">
                                      <p:cBhvr>
                                        <p:cTn id="43" dur="500"/>
                                        <p:tgtEl>
                                          <p:spTgt spid="540">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Default">
    <p:spTree>
      <p:nvGrpSpPr>
        <p:cNvPr id="1" name=""/>
        <p:cNvGrpSpPr/>
        <p:nvPr/>
      </p:nvGrpSpPr>
      <p:grpSpPr>
        <a:xfrm>
          <a:off x="0" y="0"/>
          <a:ext cx="0" cy="0"/>
          <a:chOff x="0" y="0"/>
          <a:chExt cx="0" cy="0"/>
        </a:xfrm>
      </p:grpSpPr>
      <p:sp>
        <p:nvSpPr>
          <p:cNvPr id="43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440"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57"/>
          </p:nvPr>
        </p:nvSpPr>
        <p:spPr/>
        <p:txBody>
          <a:bodyPr/>
          <a:lstStyle/>
          <a:p>
            <a:r>
              <a:t>Footer</a:t>
            </a:r>
          </a:p>
        </p:txBody>
      </p:sp>
      <p:sp>
        <p:nvSpPr>
          <p:cNvPr id="5" name="PlaceHolder 4"/>
          <p:cNvSpPr>
            <a:spLocks noGrp="1"/>
          </p:cNvSpPr>
          <p:nvPr>
            <p:ph type="dt" idx="58"/>
          </p:nvPr>
        </p:nvSpPr>
        <p:spPr/>
        <p:txBody>
          <a:bodyPr/>
          <a:lstStyle/>
          <a:p>
            <a:endParaRPr/>
          </a:p>
        </p:txBody>
      </p:sp>
    </p:spTree>
    <p:extLst>
      <p:ext uri="{BB962C8B-B14F-4D97-AF65-F5344CB8AC3E}">
        <p14:creationId xmlns:p14="http://schemas.microsoft.com/office/powerpoint/2010/main" val="39225102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Title Blue Background">
    <p:spTree>
      <p:nvGrpSpPr>
        <p:cNvPr id="1" name=""/>
        <p:cNvGrpSpPr/>
        <p:nvPr/>
      </p:nvGrpSpPr>
      <p:grpSpPr>
        <a:xfrm>
          <a:off x="0" y="0"/>
          <a:ext cx="0" cy="0"/>
          <a:chOff x="0" y="0"/>
          <a:chExt cx="0" cy="0"/>
        </a:xfrm>
      </p:grpSpPr>
      <p:sp>
        <p:nvSpPr>
          <p:cNvPr id="2" name="PlaceHolder 1"/>
          <p:cNvSpPr>
            <a:spLocks noGrp="1"/>
          </p:cNvSpPr>
          <p:nvPr>
            <p:ph type="ftr" idx="4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1400" b="0" i="0" u="none" strike="noStrike" kern="1200" cap="none" spc="-1" normalizeH="0" baseline="0" noProof="0">
                <a:ln>
                  <a:noFill/>
                </a:ln>
                <a:solidFill>
                  <a:srgbClr val="FFFFFF"/>
                </a:solidFill>
                <a:effectLst/>
                <a:uLnTx/>
                <a:uFillTx/>
                <a:latin typeface="Times New Roman"/>
                <a:ea typeface="+mn-ea"/>
                <a:cs typeface="+mn-cs"/>
              </a:rPr>
              <a:t>Footer</a:t>
            </a:r>
          </a:p>
        </p:txBody>
      </p:sp>
      <p:sp>
        <p:nvSpPr>
          <p:cNvPr id="3" name="PlaceHolder 2"/>
          <p:cNvSpPr>
            <a:spLocks noGrp="1"/>
          </p:cNvSpPr>
          <p:nvPr>
            <p:ph type="dt" idx="4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1" normalizeH="0" baseline="0" noProof="0">
              <a:ln>
                <a:noFill/>
              </a:ln>
              <a:solidFill>
                <a:srgbClr val="FFFFFF"/>
              </a:solidFill>
              <a:effectLst/>
              <a:uLnTx/>
              <a:uFillTx/>
              <a:latin typeface="Times New Roman"/>
              <a:ea typeface="+mn-ea"/>
              <a:cs typeface="+mn-cs"/>
            </a:endParaRPr>
          </a:p>
        </p:txBody>
      </p:sp>
    </p:spTree>
    <p:extLst>
      <p:ext uri="{BB962C8B-B14F-4D97-AF65-F5344CB8AC3E}">
        <p14:creationId xmlns:p14="http://schemas.microsoft.com/office/powerpoint/2010/main" val="3423175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Default 3">
    <p:spTree>
      <p:nvGrpSpPr>
        <p:cNvPr id="1" name=""/>
        <p:cNvGrpSpPr/>
        <p:nvPr/>
      </p:nvGrpSpPr>
      <p:grpSpPr>
        <a:xfrm>
          <a:off x="0" y="0"/>
          <a:ext cx="0" cy="0"/>
          <a:chOff x="0" y="0"/>
          <a:chExt cx="0" cy="0"/>
        </a:xfrm>
      </p:grpSpPr>
      <p:sp>
        <p:nvSpPr>
          <p:cNvPr id="2" name="PlaceHolder 1"/>
          <p:cNvSpPr>
            <a:spLocks noGrp="1"/>
          </p:cNvSpPr>
          <p:nvPr>
            <p:ph type="ftr" idx="6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1400" b="0" i="0" u="none" strike="noStrike" kern="1200" cap="none" spc="-1" normalizeH="0" baseline="0" noProof="0">
                <a:ln>
                  <a:noFill/>
                </a:ln>
                <a:solidFill>
                  <a:srgbClr val="FFFFFF"/>
                </a:solidFill>
                <a:effectLst/>
                <a:uLnTx/>
                <a:uFillTx/>
                <a:latin typeface="Times New Roman"/>
                <a:ea typeface="+mn-ea"/>
                <a:cs typeface="+mn-cs"/>
              </a:rPr>
              <a:t>Footer</a:t>
            </a:r>
          </a:p>
        </p:txBody>
      </p:sp>
      <p:sp>
        <p:nvSpPr>
          <p:cNvPr id="3" name="PlaceHolder 2"/>
          <p:cNvSpPr>
            <a:spLocks noGrp="1"/>
          </p:cNvSpPr>
          <p:nvPr>
            <p:ph type="dt" idx="6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1" normalizeH="0" baseline="0" noProof="0">
              <a:ln>
                <a:noFill/>
              </a:ln>
              <a:solidFill>
                <a:srgbClr val="FFFFFF"/>
              </a:solidFill>
              <a:effectLst/>
              <a:uLnTx/>
              <a:uFillTx/>
              <a:latin typeface="Times New Roman"/>
              <a:ea typeface="+mn-ea"/>
              <a:cs typeface="+mn-cs"/>
            </a:endParaRPr>
          </a:p>
        </p:txBody>
      </p:sp>
    </p:spTree>
    <p:extLst>
      <p:ext uri="{BB962C8B-B14F-4D97-AF65-F5344CB8AC3E}">
        <p14:creationId xmlns:p14="http://schemas.microsoft.com/office/powerpoint/2010/main" val="3399961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29.xml"/><Relationship Id="rId4" Type="http://schemas.openxmlformats.org/officeDocument/2006/relationships/image" Target="../media/image10.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30.xml"/><Relationship Id="rId4" Type="http://schemas.openxmlformats.org/officeDocument/2006/relationships/image" Target="../media/image14.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K2D"/>
              <a:buNone/>
              <a:defRPr sz="4400" b="0" i="0" u="none" strike="noStrike" cap="none">
                <a:solidFill>
                  <a:schemeClr val="dk1"/>
                </a:solidFill>
                <a:latin typeface="K2D"/>
                <a:ea typeface="K2D"/>
                <a:cs typeface="K2D"/>
                <a:sym typeface="K2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Readex Pro"/>
                <a:ea typeface="Readex Pro"/>
                <a:cs typeface="Readex Pro"/>
                <a:sym typeface="Readex Pr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Readex Pro"/>
                <a:ea typeface="Readex Pro"/>
                <a:cs typeface="Readex Pro"/>
                <a:sym typeface="Readex Pr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Readex Pro"/>
                <a:ea typeface="Readex Pro"/>
                <a:cs typeface="Readex Pro"/>
                <a:sym typeface="Readex Pr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eadex Pro"/>
                <a:ea typeface="Readex Pro"/>
                <a:cs typeface="Readex Pro"/>
                <a:sym typeface="Readex Pr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Readex Pro"/>
                <a:ea typeface="Readex Pro"/>
                <a:cs typeface="Readex Pro"/>
                <a:sym typeface="Readex Pr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K2D"/>
                <a:ea typeface="K2D"/>
                <a:cs typeface="K2D"/>
                <a:sym typeface="K2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K2D"/>
                <a:ea typeface="K2D"/>
                <a:cs typeface="K2D"/>
                <a:sym typeface="K2D"/>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K2D"/>
                <a:ea typeface="K2D"/>
                <a:cs typeface="K2D"/>
                <a:sym typeface="K2D"/>
              </a:defRPr>
            </a:lvl1pPr>
            <a:lvl2pPr marL="0" marR="0" lvl="1" indent="0" algn="r" rtl="0">
              <a:spcBef>
                <a:spcPts val="0"/>
              </a:spcBef>
              <a:buNone/>
              <a:defRPr sz="1200" b="0" i="0" u="none" strike="noStrike" cap="none">
                <a:solidFill>
                  <a:srgbClr val="888888"/>
                </a:solidFill>
                <a:latin typeface="K2D"/>
                <a:ea typeface="K2D"/>
                <a:cs typeface="K2D"/>
                <a:sym typeface="K2D"/>
              </a:defRPr>
            </a:lvl2pPr>
            <a:lvl3pPr marL="0" marR="0" lvl="2" indent="0" algn="r" rtl="0">
              <a:spcBef>
                <a:spcPts val="0"/>
              </a:spcBef>
              <a:buNone/>
              <a:defRPr sz="1200" b="0" i="0" u="none" strike="noStrike" cap="none">
                <a:solidFill>
                  <a:srgbClr val="888888"/>
                </a:solidFill>
                <a:latin typeface="K2D"/>
                <a:ea typeface="K2D"/>
                <a:cs typeface="K2D"/>
                <a:sym typeface="K2D"/>
              </a:defRPr>
            </a:lvl3pPr>
            <a:lvl4pPr marL="0" marR="0" lvl="3" indent="0" algn="r" rtl="0">
              <a:spcBef>
                <a:spcPts val="0"/>
              </a:spcBef>
              <a:buNone/>
              <a:defRPr sz="1200" b="0" i="0" u="none" strike="noStrike" cap="none">
                <a:solidFill>
                  <a:srgbClr val="888888"/>
                </a:solidFill>
                <a:latin typeface="K2D"/>
                <a:ea typeface="K2D"/>
                <a:cs typeface="K2D"/>
                <a:sym typeface="K2D"/>
              </a:defRPr>
            </a:lvl4pPr>
            <a:lvl5pPr marL="0" marR="0" lvl="4" indent="0" algn="r" rtl="0">
              <a:spcBef>
                <a:spcPts val="0"/>
              </a:spcBef>
              <a:buNone/>
              <a:defRPr sz="1200" b="0" i="0" u="none" strike="noStrike" cap="none">
                <a:solidFill>
                  <a:srgbClr val="888888"/>
                </a:solidFill>
                <a:latin typeface="K2D"/>
                <a:ea typeface="K2D"/>
                <a:cs typeface="K2D"/>
                <a:sym typeface="K2D"/>
              </a:defRPr>
            </a:lvl5pPr>
            <a:lvl6pPr marL="0" marR="0" lvl="5" indent="0" algn="r" rtl="0">
              <a:spcBef>
                <a:spcPts val="0"/>
              </a:spcBef>
              <a:buNone/>
              <a:defRPr sz="1200" b="0" i="0" u="none" strike="noStrike" cap="none">
                <a:solidFill>
                  <a:srgbClr val="888888"/>
                </a:solidFill>
                <a:latin typeface="K2D"/>
                <a:ea typeface="K2D"/>
                <a:cs typeface="K2D"/>
                <a:sym typeface="K2D"/>
              </a:defRPr>
            </a:lvl6pPr>
            <a:lvl7pPr marL="0" marR="0" lvl="6" indent="0" algn="r" rtl="0">
              <a:spcBef>
                <a:spcPts val="0"/>
              </a:spcBef>
              <a:buNone/>
              <a:defRPr sz="1200" b="0" i="0" u="none" strike="noStrike" cap="none">
                <a:solidFill>
                  <a:srgbClr val="888888"/>
                </a:solidFill>
                <a:latin typeface="K2D"/>
                <a:ea typeface="K2D"/>
                <a:cs typeface="K2D"/>
                <a:sym typeface="K2D"/>
              </a:defRPr>
            </a:lvl7pPr>
            <a:lvl8pPr marL="0" marR="0" lvl="7" indent="0" algn="r" rtl="0">
              <a:spcBef>
                <a:spcPts val="0"/>
              </a:spcBef>
              <a:buNone/>
              <a:defRPr sz="1200" b="0" i="0" u="none" strike="noStrike" cap="none">
                <a:solidFill>
                  <a:srgbClr val="888888"/>
                </a:solidFill>
                <a:latin typeface="K2D"/>
                <a:ea typeface="K2D"/>
                <a:cs typeface="K2D"/>
                <a:sym typeface="K2D"/>
              </a:defRPr>
            </a:lvl8pPr>
            <a:lvl9pPr marL="0" marR="0" lvl="8" indent="0" algn="r" rtl="0">
              <a:spcBef>
                <a:spcPts val="0"/>
              </a:spcBef>
              <a:buNone/>
              <a:defRPr sz="1200" b="0" i="0" u="none" strike="noStrike" cap="none">
                <a:solidFill>
                  <a:srgbClr val="888888"/>
                </a:solidFill>
                <a:latin typeface="K2D"/>
                <a:ea typeface="K2D"/>
                <a:cs typeface="K2D"/>
                <a:sym typeface="K2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8" r:id="rId2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pic>
        <p:nvPicPr>
          <p:cNvPr id="323" name="Google Shape;67;p5"/>
          <p:cNvPicPr/>
          <p:nvPr/>
        </p:nvPicPr>
        <p:blipFill>
          <a:blip r:embed="rId3"/>
          <a:stretch/>
        </p:blipFill>
        <p:spPr>
          <a:xfrm>
            <a:off x="999000" y="2914560"/>
            <a:ext cx="363240" cy="363240"/>
          </a:xfrm>
          <a:prstGeom prst="rect">
            <a:avLst/>
          </a:prstGeom>
          <a:ln w="0">
            <a:noFill/>
          </a:ln>
        </p:spPr>
      </p:pic>
      <p:grpSp>
        <p:nvGrpSpPr>
          <p:cNvPr id="324" name="Google Shape;68;p5"/>
          <p:cNvGrpSpPr/>
          <p:nvPr/>
        </p:nvGrpSpPr>
        <p:grpSpPr>
          <a:xfrm>
            <a:off x="11996280" y="87840"/>
            <a:ext cx="105840" cy="106920"/>
            <a:chOff x="11996280" y="87840"/>
            <a:chExt cx="105840" cy="106920"/>
          </a:xfrm>
        </p:grpSpPr>
        <p:sp>
          <p:nvSpPr>
            <p:cNvPr id="325" name="Google Shape;69;p5"/>
            <p:cNvSpPr/>
            <p:nvPr/>
          </p:nvSpPr>
          <p:spPr>
            <a:xfrm rot="16200000" flipV="1">
              <a:off x="12054600" y="147240"/>
              <a:ext cx="47520" cy="47520"/>
            </a:xfrm>
            <a:prstGeom prst="roundRect">
              <a:avLst>
                <a:gd name="adj" fmla="val 16667"/>
              </a:avLst>
            </a:prstGeom>
            <a:solidFill>
              <a:srgbClr val="FFFFFF"/>
            </a:solidFill>
            <a:ln w="0">
              <a:noFill/>
            </a:ln>
          </p:spPr>
          <p:style>
            <a:lnRef idx="0">
              <a:scrgbClr r="0" g="0" b="0"/>
            </a:lnRef>
            <a:fillRef idx="0">
              <a:scrgbClr r="0" g="0" b="0"/>
            </a:fillRef>
            <a:effectRef idx="0">
              <a:scrgbClr r="0" g="0" b="0"/>
            </a:effectRef>
            <a:fontRef idx="minor"/>
          </p:style>
          <p:txBody>
            <a:bodyPr lIns="90000" tIns="21600" rIns="90000" bIns="21600" anchor="ctr">
              <a:noAutofit/>
            </a:bodyPr>
            <a:lstStyle/>
            <a:p>
              <a:pPr algn="ctr">
                <a:lnSpc>
                  <a:spcPct val="100000"/>
                </a:lnSpc>
                <a:tabLst>
                  <a:tab pos="0" algn="l"/>
                </a:tabLst>
              </a:pPr>
              <a:endParaRPr lang="en-US" sz="1800" b="0" strike="noStrike" spc="-1">
                <a:solidFill>
                  <a:schemeClr val="lt1"/>
                </a:solidFill>
                <a:latin typeface="Calibri"/>
                <a:ea typeface="Calibri"/>
              </a:endParaRPr>
            </a:p>
          </p:txBody>
        </p:sp>
        <p:sp>
          <p:nvSpPr>
            <p:cNvPr id="326" name="Google Shape;70;p5"/>
            <p:cNvSpPr/>
            <p:nvPr/>
          </p:nvSpPr>
          <p:spPr>
            <a:xfrm rot="16200000" flipV="1">
              <a:off x="11996280" y="87840"/>
              <a:ext cx="47520" cy="47520"/>
            </a:xfrm>
            <a:prstGeom prst="roundRect">
              <a:avLst>
                <a:gd name="adj" fmla="val 16667"/>
              </a:avLst>
            </a:prstGeom>
            <a:solidFill>
              <a:srgbClr val="0070C0"/>
            </a:solidFill>
            <a:ln w="0">
              <a:noFill/>
            </a:ln>
          </p:spPr>
          <p:style>
            <a:lnRef idx="0">
              <a:scrgbClr r="0" g="0" b="0"/>
            </a:lnRef>
            <a:fillRef idx="0">
              <a:scrgbClr r="0" g="0" b="0"/>
            </a:fillRef>
            <a:effectRef idx="0">
              <a:scrgbClr r="0" g="0" b="0"/>
            </a:effectRef>
            <a:fontRef idx="minor"/>
          </p:style>
          <p:txBody>
            <a:bodyPr lIns="90000" tIns="21600" rIns="90000" bIns="21600" anchor="ctr">
              <a:noAutofit/>
            </a:bodyPr>
            <a:lstStyle/>
            <a:p>
              <a:pPr algn="ctr">
                <a:lnSpc>
                  <a:spcPct val="100000"/>
                </a:lnSpc>
                <a:tabLst>
                  <a:tab pos="0" algn="l"/>
                </a:tabLst>
              </a:pPr>
              <a:endParaRPr lang="en-US" sz="1800" b="0" strike="noStrike" spc="-1">
                <a:solidFill>
                  <a:schemeClr val="lt1"/>
                </a:solidFill>
                <a:latin typeface="Calibri"/>
                <a:ea typeface="Calibri"/>
              </a:endParaRPr>
            </a:p>
          </p:txBody>
        </p:sp>
        <p:sp>
          <p:nvSpPr>
            <p:cNvPr id="327" name="Google Shape;71;p5"/>
            <p:cNvSpPr/>
            <p:nvPr/>
          </p:nvSpPr>
          <p:spPr>
            <a:xfrm rot="16200000" flipV="1">
              <a:off x="12054600" y="87840"/>
              <a:ext cx="47520" cy="47520"/>
            </a:xfrm>
            <a:prstGeom prst="roundRect">
              <a:avLst>
                <a:gd name="adj" fmla="val 16667"/>
              </a:avLst>
            </a:prstGeom>
            <a:solidFill>
              <a:srgbClr val="CCFFFF"/>
            </a:solidFill>
            <a:ln w="0">
              <a:noFill/>
            </a:ln>
          </p:spPr>
          <p:style>
            <a:lnRef idx="0">
              <a:scrgbClr r="0" g="0" b="0"/>
            </a:lnRef>
            <a:fillRef idx="0">
              <a:scrgbClr r="0" g="0" b="0"/>
            </a:fillRef>
            <a:effectRef idx="0">
              <a:scrgbClr r="0" g="0" b="0"/>
            </a:effectRef>
            <a:fontRef idx="minor"/>
          </p:style>
          <p:txBody>
            <a:bodyPr lIns="90000" tIns="21600" rIns="90000" bIns="21600" anchor="ctr">
              <a:noAutofit/>
            </a:bodyPr>
            <a:lstStyle/>
            <a:p>
              <a:pPr algn="ctr">
                <a:lnSpc>
                  <a:spcPct val="100000"/>
                </a:lnSpc>
                <a:tabLst>
                  <a:tab pos="0" algn="l"/>
                </a:tabLst>
              </a:pPr>
              <a:endParaRPr lang="en-US" sz="1800" b="0" strike="noStrike" spc="-1">
                <a:solidFill>
                  <a:schemeClr val="lt1"/>
                </a:solidFill>
                <a:latin typeface="Calibri"/>
                <a:ea typeface="Calibri"/>
              </a:endParaRPr>
            </a:p>
          </p:txBody>
        </p:sp>
      </p:grpSp>
      <p:pic>
        <p:nvPicPr>
          <p:cNvPr id="328" name="Google Shape;72;p5"/>
          <p:cNvPicPr/>
          <p:nvPr/>
        </p:nvPicPr>
        <p:blipFill>
          <a:blip r:embed="rId4"/>
          <a:stretch/>
        </p:blipFill>
        <p:spPr>
          <a:xfrm>
            <a:off x="2599560" y="6488280"/>
            <a:ext cx="9334440" cy="116640"/>
          </a:xfrm>
          <a:prstGeom prst="rect">
            <a:avLst/>
          </a:prstGeom>
          <a:ln w="0">
            <a:noFill/>
          </a:ln>
        </p:spPr>
      </p:pic>
      <p:sp>
        <p:nvSpPr>
          <p:cNvPr id="329" name="Google Shape;73;p5"/>
          <p:cNvSpPr/>
          <p:nvPr/>
        </p:nvSpPr>
        <p:spPr>
          <a:xfrm>
            <a:off x="159120" y="6454800"/>
            <a:ext cx="46404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fld id="{7E130245-DA8D-4E04-8AD4-EE1DDB4BC75D}" type="slidenum">
              <a:rPr lang="en-US" sz="1200" b="0" strike="noStrike" spc="-1">
                <a:solidFill>
                  <a:schemeClr val="lt1"/>
                </a:solidFill>
                <a:latin typeface="K2D"/>
                <a:ea typeface="K2D"/>
              </a:rPr>
              <a:t>‹#›</a:t>
            </a:fld>
            <a:endParaRPr lang="en-US" sz="1200" b="0" strike="noStrike" spc="-1">
              <a:solidFill>
                <a:srgbClr val="FFFFFF"/>
              </a:solidFill>
              <a:latin typeface="Arial"/>
            </a:endParaRPr>
          </a:p>
        </p:txBody>
      </p:sp>
      <p:sp>
        <p:nvSpPr>
          <p:cNvPr id="330" name="Google Shape;74;p5"/>
          <p:cNvSpPr/>
          <p:nvPr/>
        </p:nvSpPr>
        <p:spPr>
          <a:xfrm>
            <a:off x="159120" y="6474600"/>
            <a:ext cx="652320" cy="297000"/>
          </a:xfrm>
          <a:prstGeom prst="rect">
            <a:avLst/>
          </a:prstGeom>
          <a:solidFill>
            <a:srgbClr val="1F5CAA"/>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r>
              <a:rPr lang="en-US" sz="1800" b="1" strike="noStrike" spc="-1">
                <a:solidFill>
                  <a:schemeClr val="lt1"/>
                </a:solidFill>
                <a:latin typeface="K2D"/>
                <a:ea typeface="K2D"/>
              </a:rPr>
              <a:t>CTU</a:t>
            </a:r>
            <a:endParaRPr lang="en-US" sz="1800" b="0" strike="noStrike" spc="-1">
              <a:solidFill>
                <a:srgbClr val="FFFFFF"/>
              </a:solidFill>
              <a:latin typeface="Arial"/>
            </a:endParaRPr>
          </a:p>
        </p:txBody>
      </p:sp>
      <p:sp>
        <p:nvSpPr>
          <p:cNvPr id="331" name="Google Shape;75;p5"/>
          <p:cNvSpPr/>
          <p:nvPr/>
        </p:nvSpPr>
        <p:spPr>
          <a:xfrm>
            <a:off x="11577960" y="6548400"/>
            <a:ext cx="339120" cy="168840"/>
          </a:xfrm>
          <a:prstGeom prst="rect">
            <a:avLst/>
          </a:prstGeom>
          <a:solidFill>
            <a:srgbClr val="0070C0"/>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US" sz="1800" b="0" strike="noStrike" spc="-1">
              <a:solidFill>
                <a:schemeClr val="lt1"/>
              </a:solidFill>
              <a:latin typeface="K2D"/>
              <a:ea typeface="K2D"/>
            </a:endParaRPr>
          </a:p>
        </p:txBody>
      </p:sp>
      <p:sp>
        <p:nvSpPr>
          <p:cNvPr id="332" name="Google Shape;76;p5"/>
          <p:cNvSpPr/>
          <p:nvPr/>
        </p:nvSpPr>
        <p:spPr>
          <a:xfrm>
            <a:off x="11512440" y="6447240"/>
            <a:ext cx="464040" cy="36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fld id="{370CC44E-49DC-44DC-9B72-942CA9C75B6C}" type="slidenum">
              <a:rPr lang="en-US" sz="1000" b="0" strike="noStrike" spc="-1">
                <a:solidFill>
                  <a:schemeClr val="lt1"/>
                </a:solidFill>
                <a:latin typeface="K2D"/>
                <a:ea typeface="K2D"/>
              </a:rPr>
              <a:t>‹#›</a:t>
            </a:fld>
            <a:endParaRPr lang="en-US" sz="1000" b="0" strike="noStrike" spc="-1">
              <a:solidFill>
                <a:srgbClr val="FFFFFF"/>
              </a:solidFill>
              <a:latin typeface="Arial"/>
            </a:endParaRPr>
          </a:p>
        </p:txBody>
      </p:sp>
      <p:grpSp>
        <p:nvGrpSpPr>
          <p:cNvPr id="333" name="Google Shape;77;p5"/>
          <p:cNvGrpSpPr/>
          <p:nvPr/>
        </p:nvGrpSpPr>
        <p:grpSpPr>
          <a:xfrm>
            <a:off x="817560" y="6410880"/>
            <a:ext cx="2759040" cy="399600"/>
            <a:chOff x="817560" y="6410880"/>
            <a:chExt cx="2759040" cy="399600"/>
          </a:xfrm>
        </p:grpSpPr>
        <p:sp>
          <p:nvSpPr>
            <p:cNvPr id="334" name="Google Shape;78;p5"/>
            <p:cNvSpPr/>
            <p:nvPr/>
          </p:nvSpPr>
          <p:spPr>
            <a:xfrm>
              <a:off x="817560" y="6599160"/>
              <a:ext cx="192096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800" b="0" strike="noStrike" spc="-1">
                  <a:solidFill>
                    <a:schemeClr val="lt1"/>
                  </a:solidFill>
                  <a:latin typeface="Readex Pro"/>
                  <a:ea typeface="Readex Pro"/>
                </a:rPr>
                <a:t>Cộng đồng – Toàn diện – Ưu việt</a:t>
              </a:r>
              <a:endParaRPr lang="en-US" sz="800" b="0" strike="noStrike" spc="-1">
                <a:solidFill>
                  <a:srgbClr val="FFFFFF"/>
                </a:solidFill>
                <a:latin typeface="Arial"/>
              </a:endParaRPr>
            </a:p>
          </p:txBody>
        </p:sp>
        <p:sp>
          <p:nvSpPr>
            <p:cNvPr id="335" name="Google Shape;79;p5"/>
            <p:cNvSpPr/>
            <p:nvPr/>
          </p:nvSpPr>
          <p:spPr>
            <a:xfrm>
              <a:off x="817560" y="6410880"/>
              <a:ext cx="275904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a:solidFill>
                    <a:schemeClr val="lt1"/>
                  </a:solidFill>
                  <a:latin typeface="K2D"/>
                  <a:ea typeface="K2D"/>
                </a:rPr>
                <a:t>ĐẠI HỌC CẦN THƠ</a:t>
              </a:r>
              <a:endParaRPr lang="en-US" sz="1400" b="0" strike="noStrike" spc="-1">
                <a:solidFill>
                  <a:srgbClr val="FFFFFF"/>
                </a:solidFill>
                <a:latin typeface="Arial"/>
              </a:endParaRPr>
            </a:p>
          </p:txBody>
        </p:sp>
      </p:grpSp>
      <p:sp>
        <p:nvSpPr>
          <p:cNvPr id="336" name="Google Shape;80;p5"/>
          <p:cNvSpPr/>
          <p:nvPr/>
        </p:nvSpPr>
        <p:spPr>
          <a:xfrm>
            <a:off x="10032480" y="6467760"/>
            <a:ext cx="1500840" cy="51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a:solidFill>
                  <a:schemeClr val="lt1"/>
                </a:solidFill>
                <a:latin typeface="K2D"/>
                <a:ea typeface="K2D"/>
              </a:rPr>
              <a:t>www.ctu.edu.vn</a:t>
            </a:r>
            <a:endParaRPr lang="en-US" sz="1400" b="0" strike="noStrike" spc="-1">
              <a:solidFill>
                <a:srgbClr val="FFFFFF"/>
              </a:solidFill>
              <a:latin typeface="Arial"/>
            </a:endParaRPr>
          </a:p>
        </p:txBody>
      </p:sp>
      <p:sp>
        <p:nvSpPr>
          <p:cNvPr id="337" name="PlaceHolder 1"/>
          <p:cNvSpPr>
            <a:spLocks noGrp="1"/>
          </p:cNvSpPr>
          <p:nvPr>
            <p:ph type="ftr" idx="43"/>
          </p:nvPr>
        </p:nvSpPr>
        <p:spPr>
          <a:xfrm>
            <a:off x="4038480" y="654840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strike="noStrike" spc="-1">
                <a:solidFill>
                  <a:srgbClr val="FFFFFF"/>
                </a:solidFill>
                <a:latin typeface="Times New Roman"/>
              </a:defRPr>
            </a:lvl1pPr>
          </a:lstStyle>
          <a:p>
            <a:pPr indent="0" algn="ctr">
              <a:lnSpc>
                <a:spcPct val="100000"/>
              </a:lnSpc>
              <a:buNone/>
              <a:tabLst>
                <a:tab pos="0" algn="l"/>
              </a:tabLst>
            </a:pPr>
            <a:r>
              <a:rPr lang="en-US" sz="1400" b="0" strike="noStrike" spc="-1">
                <a:solidFill>
                  <a:srgbClr val="FFFFFF"/>
                </a:solidFill>
                <a:latin typeface="Times New Roman"/>
              </a:rPr>
              <a:t>&lt;footer&gt;</a:t>
            </a:r>
          </a:p>
        </p:txBody>
      </p:sp>
      <p:sp>
        <p:nvSpPr>
          <p:cNvPr id="338" name="PlaceHolder 2"/>
          <p:cNvSpPr>
            <a:spLocks noGrp="1"/>
          </p:cNvSpPr>
          <p:nvPr>
            <p:ph type="dt" idx="44"/>
          </p:nvPr>
        </p:nvSpPr>
        <p:spPr>
          <a:xfrm>
            <a:off x="1218600" y="6548400"/>
            <a:ext cx="2380680" cy="363600"/>
          </a:xfrm>
          <a:prstGeom prst="rect">
            <a:avLst/>
          </a:prstGeom>
          <a:noFill/>
          <a:ln w="0">
            <a:noFill/>
          </a:ln>
        </p:spPr>
        <p:txBody>
          <a:bodyPr lIns="91440" tIns="45720" rIns="91440" bIns="4572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339"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FFFFFF"/>
                </a:solidFill>
                <a:latin typeface="Arial"/>
              </a:rPr>
              <a:t>Click to edit the title text format</a:t>
            </a:r>
          </a:p>
        </p:txBody>
      </p:sp>
      <p:sp>
        <p:nvSpPr>
          <p:cNvPr id="340"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solidFill>
                  <a:srgbClr val="FFFFFF"/>
                </a:solidFill>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solidFill>
                  <a:srgbClr val="FFFFFF"/>
                </a:solidFill>
                <a:latin typeface="Arial"/>
              </a:rPr>
              <a:t>Second Outline Level</a:t>
            </a:r>
          </a:p>
          <a:p>
            <a:pPr marL="1296000" lvl="2" indent="-288000">
              <a:spcBef>
                <a:spcPts val="850"/>
              </a:spcBef>
              <a:buClr>
                <a:srgbClr val="FFFFFF"/>
              </a:buClr>
              <a:buSzPct val="45000"/>
              <a:buFont typeface="Wingdings" charset="2"/>
              <a:buChar char=""/>
            </a:pPr>
            <a:r>
              <a:rPr lang="en-US" sz="2400" b="0" strike="noStrike" spc="-1">
                <a:solidFill>
                  <a:srgbClr val="FFFFFF"/>
                </a:solidFill>
                <a:latin typeface="Arial"/>
              </a:rPr>
              <a:t>Third Outline Level</a:t>
            </a:r>
          </a:p>
          <a:p>
            <a:pPr marL="1728000" lvl="3" indent="-216000">
              <a:spcBef>
                <a:spcPts val="567"/>
              </a:spcBef>
              <a:buClr>
                <a:srgbClr val="FFFFFF"/>
              </a:buClr>
              <a:buSzPct val="75000"/>
              <a:buFont typeface="Symbol" charset="2"/>
              <a:buChar char=""/>
            </a:pPr>
            <a:r>
              <a:rPr lang="en-US" sz="2000" b="0" strike="noStrike" spc="-1">
                <a:solidFill>
                  <a:srgbClr val="FFFFFF"/>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FFFFFF"/>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FFFFFF"/>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FFFFFF"/>
                </a:solidFill>
                <a:latin typeface="Arial"/>
              </a:rPr>
              <a:t>Seventh Outline Level</a:t>
            </a:r>
          </a:p>
        </p:txBody>
      </p:sp>
    </p:spTree>
    <p:extLst>
      <p:ext uri="{BB962C8B-B14F-4D97-AF65-F5344CB8AC3E}">
        <p14:creationId xmlns:p14="http://schemas.microsoft.com/office/powerpoint/2010/main" val="2712568741"/>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pic>
        <p:nvPicPr>
          <p:cNvPr id="472" name="Picture 26"/>
          <p:cNvPicPr/>
          <p:nvPr/>
        </p:nvPicPr>
        <p:blipFill>
          <a:blip r:embed="rId3"/>
          <a:stretch/>
        </p:blipFill>
        <p:spPr>
          <a:xfrm>
            <a:off x="999000" y="2914560"/>
            <a:ext cx="362520" cy="362520"/>
          </a:xfrm>
          <a:prstGeom prst="rect">
            <a:avLst/>
          </a:prstGeom>
          <a:ln w="0">
            <a:noFill/>
          </a:ln>
        </p:spPr>
      </p:pic>
      <p:grpSp>
        <p:nvGrpSpPr>
          <p:cNvPr id="473" name="Group 1"/>
          <p:cNvGrpSpPr/>
          <p:nvPr/>
        </p:nvGrpSpPr>
        <p:grpSpPr>
          <a:xfrm>
            <a:off x="11997000" y="87120"/>
            <a:ext cx="105120" cy="106200"/>
            <a:chOff x="11997000" y="87120"/>
            <a:chExt cx="105120" cy="106200"/>
          </a:xfrm>
        </p:grpSpPr>
        <p:sp>
          <p:nvSpPr>
            <p:cNvPr id="474" name="Rectangle: Rounded Corners 2"/>
            <p:cNvSpPr/>
            <p:nvPr/>
          </p:nvSpPr>
          <p:spPr>
            <a:xfrm rot="16200000" flipV="1">
              <a:off x="12055320" y="146520"/>
              <a:ext cx="46800" cy="46800"/>
            </a:xfrm>
            <a:prstGeom prst="roundRect">
              <a:avLst>
                <a:gd name="adj" fmla="val 16667"/>
              </a:avLst>
            </a:prstGeom>
            <a:solidFill>
              <a:srgbClr val="FFFFFF"/>
            </a:solidFill>
            <a:ln>
              <a:noFill/>
            </a:ln>
          </p:spPr>
          <p:style>
            <a:lnRef idx="2">
              <a:schemeClr val="accent1">
                <a:shade val="15000"/>
              </a:schemeClr>
            </a:lnRef>
            <a:fillRef idx="1">
              <a:schemeClr val="accent1"/>
            </a:fillRef>
            <a:effectRef idx="0">
              <a:schemeClr val="accent1"/>
            </a:effectRef>
            <a:fontRef idx="minor"/>
          </p:style>
          <p:txBody>
            <a:bodyPr lIns="90000" tIns="-720" rIns="90000" bIns="-720" anchor="ctr">
              <a:noAutofit/>
            </a:bodyPr>
            <a:lstStyle/>
            <a:p>
              <a:pPr algn="ctr" defTabSz="914400">
                <a:lnSpc>
                  <a:spcPct val="100000"/>
                </a:lnSpc>
              </a:pPr>
              <a:endParaRPr lang="en-US" sz="1800" b="0" strike="noStrike" spc="-1">
                <a:solidFill>
                  <a:schemeClr val="lt1"/>
                </a:solidFill>
                <a:latin typeface="Calibri"/>
                <a:ea typeface="Arial"/>
              </a:endParaRPr>
            </a:p>
          </p:txBody>
        </p:sp>
        <p:sp>
          <p:nvSpPr>
            <p:cNvPr id="475" name="Rectangle: Rounded Corners 3"/>
            <p:cNvSpPr/>
            <p:nvPr/>
          </p:nvSpPr>
          <p:spPr>
            <a:xfrm rot="16200000" flipV="1">
              <a:off x="11997000" y="87120"/>
              <a:ext cx="46800" cy="46800"/>
            </a:xfrm>
            <a:prstGeom prst="roundRect">
              <a:avLst>
                <a:gd name="adj" fmla="val 16667"/>
              </a:avLst>
            </a:prstGeom>
            <a:solidFill>
              <a:srgbClr val="0070C0"/>
            </a:solidFill>
            <a:ln>
              <a:noFill/>
            </a:ln>
          </p:spPr>
          <p:style>
            <a:lnRef idx="2">
              <a:schemeClr val="accent1">
                <a:shade val="15000"/>
              </a:schemeClr>
            </a:lnRef>
            <a:fillRef idx="1">
              <a:schemeClr val="accent1"/>
            </a:fillRef>
            <a:effectRef idx="0">
              <a:schemeClr val="accent1"/>
            </a:effectRef>
            <a:fontRef idx="minor"/>
          </p:style>
          <p:txBody>
            <a:bodyPr lIns="90000" tIns="-720" rIns="90000" bIns="-720" anchor="ctr">
              <a:noAutofit/>
            </a:bodyPr>
            <a:lstStyle/>
            <a:p>
              <a:pPr algn="ctr" defTabSz="914400">
                <a:lnSpc>
                  <a:spcPct val="100000"/>
                </a:lnSpc>
              </a:pPr>
              <a:endParaRPr lang="en-US" sz="1800" b="0" strike="noStrike" spc="-1">
                <a:solidFill>
                  <a:schemeClr val="lt1"/>
                </a:solidFill>
                <a:latin typeface="Calibri"/>
                <a:ea typeface="Arial"/>
              </a:endParaRPr>
            </a:p>
          </p:txBody>
        </p:sp>
        <p:sp>
          <p:nvSpPr>
            <p:cNvPr id="476" name="Rectangle: Rounded Corners 4"/>
            <p:cNvSpPr/>
            <p:nvPr/>
          </p:nvSpPr>
          <p:spPr>
            <a:xfrm rot="16200000" flipV="1">
              <a:off x="12055320" y="87120"/>
              <a:ext cx="46800" cy="46800"/>
            </a:xfrm>
            <a:prstGeom prst="roundRect">
              <a:avLst>
                <a:gd name="adj" fmla="val 16667"/>
              </a:avLst>
            </a:prstGeom>
            <a:solidFill>
              <a:srgbClr val="CCFFFF"/>
            </a:solidFill>
            <a:ln>
              <a:noFill/>
            </a:ln>
          </p:spPr>
          <p:style>
            <a:lnRef idx="2">
              <a:schemeClr val="accent1">
                <a:shade val="15000"/>
              </a:schemeClr>
            </a:lnRef>
            <a:fillRef idx="1">
              <a:schemeClr val="accent1"/>
            </a:fillRef>
            <a:effectRef idx="0">
              <a:schemeClr val="accent1"/>
            </a:effectRef>
            <a:fontRef idx="minor"/>
          </p:style>
          <p:txBody>
            <a:bodyPr lIns="90000" tIns="-720" rIns="90000" bIns="-720" anchor="ctr">
              <a:noAutofit/>
            </a:bodyPr>
            <a:lstStyle/>
            <a:p>
              <a:pPr algn="ctr" defTabSz="914400">
                <a:lnSpc>
                  <a:spcPct val="100000"/>
                </a:lnSpc>
              </a:pPr>
              <a:endParaRPr lang="en-US" sz="1800" b="0" strike="noStrike" spc="-1">
                <a:solidFill>
                  <a:schemeClr val="lt1"/>
                </a:solidFill>
                <a:latin typeface="Calibri"/>
                <a:ea typeface="Arial"/>
              </a:endParaRPr>
            </a:p>
          </p:txBody>
        </p:sp>
      </p:grpSp>
      <p:pic>
        <p:nvPicPr>
          <p:cNvPr id="477" name="Picture 5"/>
          <p:cNvPicPr/>
          <p:nvPr/>
        </p:nvPicPr>
        <p:blipFill>
          <a:blip r:embed="rId4"/>
          <a:stretch/>
        </p:blipFill>
        <p:spPr>
          <a:xfrm>
            <a:off x="2599560" y="6488280"/>
            <a:ext cx="9333720" cy="115920"/>
          </a:xfrm>
          <a:prstGeom prst="rect">
            <a:avLst/>
          </a:prstGeom>
          <a:ln w="0">
            <a:noFill/>
          </a:ln>
        </p:spPr>
      </p:pic>
      <p:sp>
        <p:nvSpPr>
          <p:cNvPr id="478" name="Slide Number Placeholder 5"/>
          <p:cNvSpPr/>
          <p:nvPr/>
        </p:nvSpPr>
        <p:spPr>
          <a:xfrm>
            <a:off x="159120" y="6454800"/>
            <a:ext cx="463320" cy="36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fld id="{562670B9-299D-4C14-A07F-E67B5B15337A}" type="slidenum">
              <a:rPr lang="en-US" sz="1200" b="0" strike="noStrike" spc="-1">
                <a:solidFill>
                  <a:schemeClr val="lt1"/>
                </a:solidFill>
                <a:latin typeface="K2D"/>
                <a:ea typeface="Arial"/>
              </a:rPr>
              <a:t>‹#›</a:t>
            </a:fld>
            <a:endParaRPr lang="en-US" sz="1200" b="0" strike="noStrike" spc="-1">
              <a:solidFill>
                <a:srgbClr val="FFFFFF"/>
              </a:solidFill>
              <a:latin typeface="Arial"/>
            </a:endParaRPr>
          </a:p>
        </p:txBody>
      </p:sp>
      <p:sp>
        <p:nvSpPr>
          <p:cNvPr id="479" name="Rectangle 7"/>
          <p:cNvSpPr/>
          <p:nvPr/>
        </p:nvSpPr>
        <p:spPr>
          <a:xfrm>
            <a:off x="159120" y="6474600"/>
            <a:ext cx="651600" cy="296280"/>
          </a:xfrm>
          <a:prstGeom prst="rect">
            <a:avLst/>
          </a:prstGeom>
          <a:solidFill>
            <a:srgbClr val="1F5CA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strike="noStrike" spc="-1">
                <a:solidFill>
                  <a:schemeClr val="lt1"/>
                </a:solidFill>
                <a:latin typeface="K2D"/>
                <a:ea typeface="Arial"/>
              </a:rPr>
              <a:t>CTU</a:t>
            </a:r>
            <a:endParaRPr lang="en-US" sz="1800" b="0" strike="noStrike" spc="-1">
              <a:solidFill>
                <a:srgbClr val="FFFFFF"/>
              </a:solidFill>
              <a:latin typeface="Arial"/>
            </a:endParaRPr>
          </a:p>
        </p:txBody>
      </p:sp>
      <p:sp>
        <p:nvSpPr>
          <p:cNvPr id="480" name="Rectangle 8"/>
          <p:cNvSpPr/>
          <p:nvPr/>
        </p:nvSpPr>
        <p:spPr>
          <a:xfrm>
            <a:off x="11577960" y="6548400"/>
            <a:ext cx="338400" cy="16812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K2D"/>
              <a:ea typeface="Arial"/>
            </a:endParaRPr>
          </a:p>
        </p:txBody>
      </p:sp>
      <p:sp>
        <p:nvSpPr>
          <p:cNvPr id="481" name="Slide Number Placeholder 5"/>
          <p:cNvSpPr/>
          <p:nvPr/>
        </p:nvSpPr>
        <p:spPr>
          <a:xfrm>
            <a:off x="11512440" y="6447240"/>
            <a:ext cx="463320" cy="362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fld id="{514A37A5-EDF5-45B9-B2B9-FCFC2103420F}" type="slidenum">
              <a:rPr lang="en-US" sz="1000" b="0" strike="noStrike" spc="-1">
                <a:solidFill>
                  <a:schemeClr val="lt1"/>
                </a:solidFill>
                <a:latin typeface="K2D"/>
                <a:ea typeface="Arial"/>
              </a:rPr>
              <a:t>‹#›</a:t>
            </a:fld>
            <a:endParaRPr lang="en-US" sz="1000" b="0" strike="noStrike" spc="-1">
              <a:solidFill>
                <a:srgbClr val="FFFFFF"/>
              </a:solidFill>
              <a:latin typeface="Arial"/>
            </a:endParaRPr>
          </a:p>
        </p:txBody>
      </p:sp>
      <p:grpSp>
        <p:nvGrpSpPr>
          <p:cNvPr id="482" name="Group 10"/>
          <p:cNvGrpSpPr/>
          <p:nvPr/>
        </p:nvGrpSpPr>
        <p:grpSpPr>
          <a:xfrm>
            <a:off x="817560" y="6410880"/>
            <a:ext cx="2758320" cy="399600"/>
            <a:chOff x="817560" y="6410880"/>
            <a:chExt cx="2758320" cy="399600"/>
          </a:xfrm>
        </p:grpSpPr>
        <p:sp>
          <p:nvSpPr>
            <p:cNvPr id="483" name="TextBox 11"/>
            <p:cNvSpPr/>
            <p:nvPr/>
          </p:nvSpPr>
          <p:spPr>
            <a:xfrm>
              <a:off x="817560" y="6599160"/>
              <a:ext cx="1920240" cy="211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0" algn="l"/>
                </a:tabLst>
              </a:pPr>
              <a:r>
                <a:rPr lang="vi-VN" sz="800" b="0" strike="noStrike" spc="-1">
                  <a:solidFill>
                    <a:schemeClr val="lt1"/>
                  </a:solidFill>
                  <a:latin typeface="Readex Pro"/>
                  <a:ea typeface="Arial"/>
                </a:rPr>
                <a:t>Cộng đồng – Toàn diện – Ưu việt</a:t>
              </a:r>
              <a:endParaRPr lang="en-US" sz="800" b="0" strike="noStrike" spc="-1">
                <a:solidFill>
                  <a:srgbClr val="FFFFFF"/>
                </a:solidFill>
                <a:latin typeface="Arial"/>
              </a:endParaRPr>
            </a:p>
          </p:txBody>
        </p:sp>
        <p:sp>
          <p:nvSpPr>
            <p:cNvPr id="484" name="TextBox 12"/>
            <p:cNvSpPr/>
            <p:nvPr/>
          </p:nvSpPr>
          <p:spPr>
            <a:xfrm>
              <a:off x="817560" y="6410880"/>
              <a:ext cx="2758320" cy="303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strike="noStrike" spc="-1">
                  <a:solidFill>
                    <a:schemeClr val="lt1"/>
                  </a:solidFill>
                  <a:latin typeface="K2D"/>
                  <a:ea typeface="Arial"/>
                </a:rPr>
                <a:t>ĐẠI HỌC CẦN THƠ</a:t>
              </a:r>
              <a:endParaRPr lang="en-US" sz="1400" b="0" strike="noStrike" spc="-1">
                <a:solidFill>
                  <a:srgbClr val="FFFFFF"/>
                </a:solidFill>
                <a:latin typeface="Arial"/>
              </a:endParaRPr>
            </a:p>
          </p:txBody>
        </p:sp>
      </p:grpSp>
      <p:sp>
        <p:nvSpPr>
          <p:cNvPr id="485" name="TextBox 13"/>
          <p:cNvSpPr/>
          <p:nvPr/>
        </p:nvSpPr>
        <p:spPr>
          <a:xfrm>
            <a:off x="9972000" y="6467760"/>
            <a:ext cx="1622880" cy="3031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1400" b="1" strike="noStrike" spc="-1">
                <a:solidFill>
                  <a:schemeClr val="lt1"/>
                </a:solidFill>
                <a:latin typeface="K2D"/>
                <a:ea typeface="Arial"/>
              </a:rPr>
              <a:t>www.ctu.edu.vn</a:t>
            </a:r>
            <a:endParaRPr lang="en-US" sz="1400" b="0" strike="noStrike" spc="-1">
              <a:solidFill>
                <a:srgbClr val="FFFFFF"/>
              </a:solidFill>
              <a:latin typeface="Arial"/>
            </a:endParaRPr>
          </a:p>
        </p:txBody>
      </p:sp>
      <p:sp>
        <p:nvSpPr>
          <p:cNvPr id="486" name="PlaceHolder 1"/>
          <p:cNvSpPr>
            <a:spLocks noGrp="1"/>
          </p:cNvSpPr>
          <p:nvPr>
            <p:ph type="ftr" idx="63"/>
          </p:nvPr>
        </p:nvSpPr>
        <p:spPr>
          <a:xfrm>
            <a:off x="4038480" y="6548400"/>
            <a:ext cx="4112640" cy="36288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strike="noStrike" spc="-1">
                <a:solidFill>
                  <a:srgbClr val="FFFFFF"/>
                </a:solidFill>
                <a:latin typeface="Times New Roman"/>
              </a:defRPr>
            </a:lvl1pPr>
          </a:lstStyle>
          <a:p>
            <a:pPr indent="0" algn="ctr" defTabSz="914400">
              <a:lnSpc>
                <a:spcPct val="100000"/>
              </a:lnSpc>
              <a:buNone/>
              <a:tabLst>
                <a:tab pos="0" algn="l"/>
              </a:tabLst>
            </a:pPr>
            <a:r>
              <a:rPr lang="en-US" sz="1400" b="0" strike="noStrike" spc="-1">
                <a:solidFill>
                  <a:srgbClr val="FFFFFF"/>
                </a:solidFill>
                <a:latin typeface="Times New Roman"/>
              </a:rPr>
              <a:t>&lt;footer&gt;</a:t>
            </a:r>
          </a:p>
        </p:txBody>
      </p:sp>
      <p:sp>
        <p:nvSpPr>
          <p:cNvPr id="487" name="PlaceHolder 2"/>
          <p:cNvSpPr>
            <a:spLocks noGrp="1"/>
          </p:cNvSpPr>
          <p:nvPr>
            <p:ph type="dt" idx="64"/>
          </p:nvPr>
        </p:nvSpPr>
        <p:spPr>
          <a:xfrm>
            <a:off x="1218600" y="6548400"/>
            <a:ext cx="2379960" cy="362880"/>
          </a:xfrm>
          <a:prstGeom prst="rect">
            <a:avLst/>
          </a:prstGeom>
          <a:noFill/>
          <a:ln w="0">
            <a:noFill/>
          </a:ln>
        </p:spPr>
        <p:txBody>
          <a:bodyPr lIns="91440" tIns="45720" rIns="91440" bIns="45720" anchor="ctr">
            <a:noAutofit/>
          </a:bodyPr>
          <a:lstStyle>
            <a:lvl1pPr indent="0">
              <a:buNone/>
              <a:defRPr lang="en-US" sz="1400" b="0" strike="noStrike" spc="-1">
                <a:solidFill>
                  <a:srgbClr val="FFFFFF"/>
                </a:solidFill>
                <a:latin typeface="Times New Roman"/>
              </a:defRPr>
            </a:lvl1pPr>
          </a:lstStyle>
          <a:p>
            <a:pPr indent="0">
              <a:buNone/>
            </a:pPr>
            <a:r>
              <a:rPr lang="en-US" sz="1400" b="0" strike="noStrike" spc="-1">
                <a:solidFill>
                  <a:srgbClr val="FFFFFF"/>
                </a:solidFill>
                <a:latin typeface="Times New Roman"/>
              </a:rPr>
              <a:t>&lt;date/time&gt;</a:t>
            </a:r>
          </a:p>
        </p:txBody>
      </p:sp>
      <p:sp>
        <p:nvSpPr>
          <p:cNvPr id="488"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FFFFFF"/>
                </a:solidFill>
                <a:latin typeface="Arial"/>
              </a:rPr>
              <a:t>Click to edit the title text format</a:t>
            </a:r>
          </a:p>
        </p:txBody>
      </p:sp>
      <p:sp>
        <p:nvSpPr>
          <p:cNvPr id="489" name="PlaceHolder 4"/>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strike="noStrike" spc="-1">
                <a:solidFill>
                  <a:srgbClr val="FFFFFF"/>
                </a:solidFill>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solidFill>
                  <a:srgbClr val="FFFFFF"/>
                </a:solidFill>
                <a:latin typeface="Arial"/>
              </a:rPr>
              <a:t>Second Outline Level</a:t>
            </a:r>
          </a:p>
          <a:p>
            <a:pPr marL="1296000" lvl="2" indent="-288000">
              <a:spcBef>
                <a:spcPts val="850"/>
              </a:spcBef>
              <a:buClr>
                <a:srgbClr val="FFFFFF"/>
              </a:buClr>
              <a:buSzPct val="45000"/>
              <a:buFont typeface="Wingdings" charset="2"/>
              <a:buChar char=""/>
            </a:pPr>
            <a:r>
              <a:rPr lang="en-US" sz="2400" b="0" strike="noStrike" spc="-1">
                <a:solidFill>
                  <a:srgbClr val="FFFFFF"/>
                </a:solidFill>
                <a:latin typeface="Arial"/>
              </a:rPr>
              <a:t>Third Outline Level</a:t>
            </a:r>
          </a:p>
          <a:p>
            <a:pPr marL="1728000" lvl="3" indent="-216000">
              <a:spcBef>
                <a:spcPts val="567"/>
              </a:spcBef>
              <a:buClr>
                <a:srgbClr val="FFFFFF"/>
              </a:buClr>
              <a:buSzPct val="75000"/>
              <a:buFont typeface="Symbol" charset="2"/>
              <a:buChar char=""/>
            </a:pPr>
            <a:r>
              <a:rPr lang="en-US" sz="2000" b="0" strike="noStrike" spc="-1">
                <a:solidFill>
                  <a:srgbClr val="FFFFFF"/>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FFFFFF"/>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FFFFFF"/>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FFFFFF"/>
                </a:solidFill>
                <a:latin typeface="Arial"/>
              </a:rPr>
              <a:t>Seventh Outline Level</a:t>
            </a:r>
          </a:p>
        </p:txBody>
      </p:sp>
    </p:spTree>
    <p:extLst>
      <p:ext uri="{BB962C8B-B14F-4D97-AF65-F5344CB8AC3E}">
        <p14:creationId xmlns:p14="http://schemas.microsoft.com/office/powerpoint/2010/main" val="2729914460"/>
      </p:ext>
    </p:extLst>
  </p:cSld>
  <p:clrMap bg1="lt1" tx1="dk1" bg2="lt2" tx2="dk2" accent1="accent1" accent2="accent2" accent3="accent3" accent4="accent4" accent5="accent5" accent6="accent6" hlink="hlink" folHlink="folHlink"/>
  <p:sldLayoutIdLst>
    <p:sldLayoutId id="214748368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12" Type="http://schemas.openxmlformats.org/officeDocument/2006/relationships/image" Target="../media/image33.jp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jpg"/><Relationship Id="rId11" Type="http://schemas.openxmlformats.org/officeDocument/2006/relationships/image" Target="../media/image32.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1.xml"/><Relationship Id="rId5" Type="http://schemas.openxmlformats.org/officeDocument/2006/relationships/image" Target="../media/image50.png"/><Relationship Id="rId4" Type="http://schemas.openxmlformats.org/officeDocument/2006/relationships/image" Target="../media/image49.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22" name="TextBox 11">
            <a:extLst>
              <a:ext uri="{FF2B5EF4-FFF2-40B4-BE49-F238E27FC236}">
                <a16:creationId xmlns:a16="http://schemas.microsoft.com/office/drawing/2014/main" id="{E255093A-61FB-8939-7B01-68E43625EE67}"/>
              </a:ext>
            </a:extLst>
          </p:cNvPr>
          <p:cNvSpPr txBox="1"/>
          <p:nvPr/>
        </p:nvSpPr>
        <p:spPr>
          <a:xfrm>
            <a:off x="2916527" y="1670121"/>
            <a:ext cx="6358930" cy="533800"/>
          </a:xfrm>
          <a:prstGeom prst="rect">
            <a:avLst/>
          </a:prstGeom>
        </p:spPr>
        <p:txBody>
          <a:bodyPr wrap="square" lIns="0" tIns="0" rIns="0" bIns="0" rtlCol="0" anchor="t">
            <a:spAutoFit/>
          </a:bodyPr>
          <a:lstStyle/>
          <a:p>
            <a:pPr algn="ctr">
              <a:lnSpc>
                <a:spcPts val="4799"/>
              </a:lnSpc>
              <a:spcBef>
                <a:spcPct val="0"/>
              </a:spcBef>
            </a:pPr>
            <a:r>
              <a:rPr lang="en-US" sz="2400" b="1">
                <a:solidFill>
                  <a:schemeClr val="tx1"/>
                </a:solidFill>
                <a:latin typeface="Times New Roman" panose="02020603050405020304" pitchFamily="18" charset="0"/>
                <a:ea typeface="K2D Bold"/>
                <a:cs typeface="Times New Roman" panose="02020603050405020304" pitchFamily="18" charset="0"/>
                <a:sym typeface="K2D Bold"/>
              </a:rPr>
              <a:t>BÁO CÁO </a:t>
            </a:r>
            <a:r>
              <a:rPr lang="vi-VN" sz="2400" b="1">
                <a:solidFill>
                  <a:schemeClr val="tx1"/>
                </a:solidFill>
                <a:latin typeface="Times New Roman" panose="02020603050405020304" pitchFamily="18" charset="0"/>
                <a:ea typeface="K2D Bold"/>
                <a:cs typeface="Times New Roman" panose="02020603050405020304" pitchFamily="18" charset="0"/>
                <a:sym typeface="K2D Bold"/>
              </a:rPr>
              <a:t>LUẬN VĂN NGÀNH</a:t>
            </a:r>
            <a:endParaRPr lang="en-US" sz="2400" b="1">
              <a:solidFill>
                <a:schemeClr val="tx1"/>
              </a:solidFill>
              <a:latin typeface="Times New Roman" panose="02020603050405020304" pitchFamily="18" charset="0"/>
              <a:ea typeface="K2D Bold"/>
              <a:cs typeface="Times New Roman" panose="02020603050405020304" pitchFamily="18" charset="0"/>
              <a:sym typeface="K2D Bold"/>
            </a:endParaRPr>
          </a:p>
        </p:txBody>
      </p:sp>
      <p:sp>
        <p:nvSpPr>
          <p:cNvPr id="23" name="TextBox 12">
            <a:extLst>
              <a:ext uri="{FF2B5EF4-FFF2-40B4-BE49-F238E27FC236}">
                <a16:creationId xmlns:a16="http://schemas.microsoft.com/office/drawing/2014/main" id="{39F5565A-B1C6-EAD5-EC83-C4AB76664695}"/>
              </a:ext>
            </a:extLst>
          </p:cNvPr>
          <p:cNvSpPr txBox="1"/>
          <p:nvPr/>
        </p:nvSpPr>
        <p:spPr>
          <a:xfrm>
            <a:off x="2415592" y="2178210"/>
            <a:ext cx="7360801" cy="514564"/>
          </a:xfrm>
          <a:prstGeom prst="rect">
            <a:avLst/>
          </a:prstGeom>
        </p:spPr>
        <p:txBody>
          <a:bodyPr wrap="square" lIns="0" tIns="0" rIns="0" bIns="0" rtlCol="0" anchor="t">
            <a:spAutoFit/>
          </a:bodyPr>
          <a:lstStyle/>
          <a:p>
            <a:pPr algn="ctr">
              <a:lnSpc>
                <a:spcPts val="4559"/>
              </a:lnSpc>
              <a:spcBef>
                <a:spcPct val="0"/>
              </a:spcBef>
            </a:pPr>
            <a:r>
              <a:rPr lang="vi-VN" sz="2400" b="1">
                <a:solidFill>
                  <a:schemeClr val="tx1"/>
                </a:solidFill>
                <a:latin typeface="Times New Roman" panose="02020603050405020304" pitchFamily="18" charset="0"/>
                <a:ea typeface="K2D Bold"/>
                <a:cs typeface="K2D Bold"/>
                <a:sym typeface="K2D Bold"/>
              </a:rPr>
              <a:t>KHOA HỌC MÁY TÍNH </a:t>
            </a:r>
            <a:endParaRPr lang="en-US" sz="2400" b="1">
              <a:solidFill>
                <a:schemeClr val="tx1"/>
              </a:solidFill>
              <a:latin typeface="Times New Roman" panose="02020603050405020304" pitchFamily="18" charset="0"/>
              <a:ea typeface="K2D Bold"/>
              <a:cs typeface="K2D Bold"/>
              <a:sym typeface="K2D Bold"/>
            </a:endParaRPr>
          </a:p>
        </p:txBody>
      </p:sp>
      <p:sp>
        <p:nvSpPr>
          <p:cNvPr id="24" name="TextBox 13">
            <a:extLst>
              <a:ext uri="{FF2B5EF4-FFF2-40B4-BE49-F238E27FC236}">
                <a16:creationId xmlns:a16="http://schemas.microsoft.com/office/drawing/2014/main" id="{2B829B82-7040-E5D5-F340-68885E2B32B7}"/>
              </a:ext>
            </a:extLst>
          </p:cNvPr>
          <p:cNvSpPr txBox="1"/>
          <p:nvPr/>
        </p:nvSpPr>
        <p:spPr>
          <a:xfrm>
            <a:off x="4769266" y="2609354"/>
            <a:ext cx="2653454" cy="591509"/>
          </a:xfrm>
          <a:prstGeom prst="rect">
            <a:avLst/>
          </a:prstGeom>
        </p:spPr>
        <p:txBody>
          <a:bodyPr wrap="square" lIns="0" tIns="0" rIns="0" bIns="0" rtlCol="0" anchor="t">
            <a:spAutoFit/>
          </a:bodyPr>
          <a:lstStyle/>
          <a:p>
            <a:pPr algn="ctr">
              <a:lnSpc>
                <a:spcPts val="5399"/>
              </a:lnSpc>
              <a:spcBef>
                <a:spcPct val="0"/>
              </a:spcBef>
            </a:pPr>
            <a:r>
              <a:rPr lang="en-US" sz="2400" b="1">
                <a:solidFill>
                  <a:schemeClr val="tx1"/>
                </a:solidFill>
                <a:latin typeface="Times New Roman" panose="02020603050405020304" pitchFamily="18" charset="0"/>
                <a:ea typeface="K2D Bold"/>
                <a:cs typeface="Times New Roman" panose="02020603050405020304" pitchFamily="18" charset="0"/>
                <a:sym typeface="K2D Bold"/>
              </a:rPr>
              <a:t>ĐỀ TÀI</a:t>
            </a:r>
          </a:p>
        </p:txBody>
      </p:sp>
      <p:sp>
        <p:nvSpPr>
          <p:cNvPr id="25" name="TextBox 14">
            <a:extLst>
              <a:ext uri="{FF2B5EF4-FFF2-40B4-BE49-F238E27FC236}">
                <a16:creationId xmlns:a16="http://schemas.microsoft.com/office/drawing/2014/main" id="{0B3C2635-FABF-620F-544F-7D14D15A01E3}"/>
              </a:ext>
            </a:extLst>
          </p:cNvPr>
          <p:cNvSpPr txBox="1"/>
          <p:nvPr/>
        </p:nvSpPr>
        <p:spPr>
          <a:xfrm>
            <a:off x="1645359" y="3220781"/>
            <a:ext cx="8901266" cy="1173398"/>
          </a:xfrm>
          <a:prstGeom prst="rect">
            <a:avLst/>
          </a:prstGeom>
        </p:spPr>
        <p:txBody>
          <a:bodyPr wrap="square" lIns="0" tIns="0" rIns="0" bIns="0" rtlCol="0" anchor="t">
            <a:spAutoFit/>
          </a:bodyPr>
          <a:lstStyle/>
          <a:p>
            <a:pPr algn="ctr">
              <a:lnSpc>
                <a:spcPts val="4799"/>
              </a:lnSpc>
              <a:spcBef>
                <a:spcPct val="0"/>
              </a:spcBef>
            </a:pPr>
            <a:r>
              <a:rPr lang="vi-VN" sz="2800" b="1">
                <a:solidFill>
                  <a:schemeClr val="tx1"/>
                </a:solidFill>
                <a:latin typeface="Times New Roman" panose="02020603050405020304" pitchFamily="18" charset="0"/>
                <a:ea typeface="K2D Bold"/>
                <a:cs typeface="K2D Bold"/>
                <a:sym typeface="K2D Bold"/>
              </a:rPr>
              <a:t>Xây dựng hệ thống bản đồ cửa hàng thông minh dựa trên trích xuất thông tin từ ảnh chụp biển hiệu </a:t>
            </a:r>
          </a:p>
        </p:txBody>
      </p:sp>
      <p:sp>
        <p:nvSpPr>
          <p:cNvPr id="26" name="TextBox 15">
            <a:extLst>
              <a:ext uri="{FF2B5EF4-FFF2-40B4-BE49-F238E27FC236}">
                <a16:creationId xmlns:a16="http://schemas.microsoft.com/office/drawing/2014/main" id="{80FA61C5-281C-3FA0-94F2-7934B4162436}"/>
              </a:ext>
            </a:extLst>
          </p:cNvPr>
          <p:cNvSpPr txBox="1"/>
          <p:nvPr/>
        </p:nvSpPr>
        <p:spPr>
          <a:xfrm>
            <a:off x="6693268" y="4680411"/>
            <a:ext cx="4932727" cy="1350819"/>
          </a:xfrm>
          <a:prstGeom prst="rect">
            <a:avLst/>
          </a:prstGeom>
        </p:spPr>
        <p:txBody>
          <a:bodyPr wrap="square" lIns="0" tIns="0" rIns="0" bIns="0" rtlCol="0" anchor="t">
            <a:spAutoFit/>
          </a:bodyPr>
          <a:lstStyle/>
          <a:p>
            <a:pPr algn="just">
              <a:lnSpc>
                <a:spcPts val="3600"/>
              </a:lnSpc>
            </a:pPr>
            <a:r>
              <a:rPr lang="vi-VN" sz="2400">
                <a:solidFill>
                  <a:schemeClr val="tx1"/>
                </a:solidFill>
                <a:latin typeface="+mj-lt"/>
                <a:ea typeface="K2D"/>
                <a:cs typeface="K2D"/>
                <a:sym typeface="K2D"/>
              </a:rPr>
              <a:t>Sinh viên thực hiện</a:t>
            </a:r>
            <a:r>
              <a:rPr lang="en-US" sz="2400">
                <a:solidFill>
                  <a:schemeClr val="tx1"/>
                </a:solidFill>
                <a:latin typeface="Times New Roman" panose="02020603050405020304" pitchFamily="18" charset="0"/>
                <a:ea typeface="K2D"/>
                <a:cs typeface="K2D"/>
                <a:sym typeface="K2D"/>
              </a:rPr>
              <a:t>:</a:t>
            </a:r>
          </a:p>
          <a:p>
            <a:pPr algn="just">
              <a:lnSpc>
                <a:spcPts val="3600"/>
              </a:lnSpc>
            </a:pPr>
            <a:r>
              <a:rPr lang="vi-VN" sz="2400">
                <a:solidFill>
                  <a:schemeClr val="tx1"/>
                </a:solidFill>
                <a:latin typeface="+mj-lt"/>
                <a:ea typeface="K2D"/>
                <a:cs typeface="K2D"/>
                <a:sym typeface="K2D"/>
              </a:rPr>
              <a:t>Trần Chí Hiếu B2207520</a:t>
            </a:r>
          </a:p>
          <a:p>
            <a:pPr algn="just">
              <a:lnSpc>
                <a:spcPts val="3600"/>
              </a:lnSpc>
            </a:pPr>
            <a:r>
              <a:rPr lang="vi-VN" sz="2400">
                <a:solidFill>
                  <a:schemeClr val="tx1"/>
                </a:solidFill>
                <a:latin typeface="+mj-lt"/>
                <a:ea typeface="K2D"/>
                <a:cs typeface="K2D"/>
                <a:sym typeface="K2D"/>
              </a:rPr>
              <a:t>Thạch Quang Huy B2207523</a:t>
            </a:r>
          </a:p>
        </p:txBody>
      </p:sp>
      <p:sp>
        <p:nvSpPr>
          <p:cNvPr id="27" name="TextBox 16">
            <a:extLst>
              <a:ext uri="{FF2B5EF4-FFF2-40B4-BE49-F238E27FC236}">
                <a16:creationId xmlns:a16="http://schemas.microsoft.com/office/drawing/2014/main" id="{4D4B8E5D-97BE-C93C-41FE-D7AEB9363645}"/>
              </a:ext>
            </a:extLst>
          </p:cNvPr>
          <p:cNvSpPr txBox="1"/>
          <p:nvPr/>
        </p:nvSpPr>
        <p:spPr>
          <a:xfrm>
            <a:off x="2189205" y="4721157"/>
            <a:ext cx="3490752" cy="889154"/>
          </a:xfrm>
          <a:prstGeom prst="rect">
            <a:avLst/>
          </a:prstGeom>
        </p:spPr>
        <p:txBody>
          <a:bodyPr wrap="square" lIns="0" tIns="0" rIns="0" bIns="0" rtlCol="0" anchor="t">
            <a:spAutoFit/>
          </a:bodyPr>
          <a:lstStyle/>
          <a:p>
            <a:pPr algn="ctr">
              <a:lnSpc>
                <a:spcPts val="3600"/>
              </a:lnSpc>
            </a:pPr>
            <a:r>
              <a:rPr lang="vi-VN" sz="2400">
                <a:solidFill>
                  <a:schemeClr val="tx1"/>
                </a:solidFill>
                <a:latin typeface="Times New Roman" panose="02020603050405020304" pitchFamily="18" charset="0"/>
                <a:ea typeface="K2D"/>
                <a:cs typeface="K2D"/>
                <a:sym typeface="K2D"/>
              </a:rPr>
              <a:t>Giảng viên hướng dẫn</a:t>
            </a:r>
            <a:r>
              <a:rPr lang="en-US" sz="2400">
                <a:solidFill>
                  <a:schemeClr val="tx1"/>
                </a:solidFill>
                <a:latin typeface="Times New Roman" panose="02020603050405020304" pitchFamily="18" charset="0"/>
                <a:ea typeface="K2D"/>
                <a:cs typeface="K2D"/>
                <a:sym typeface="K2D"/>
              </a:rPr>
              <a:t>:</a:t>
            </a:r>
          </a:p>
          <a:p>
            <a:pPr algn="ctr">
              <a:lnSpc>
                <a:spcPts val="3600"/>
              </a:lnSpc>
              <a:spcBef>
                <a:spcPct val="0"/>
              </a:spcBef>
            </a:pPr>
            <a:r>
              <a:rPr lang="vi-VN" sz="2400">
                <a:solidFill>
                  <a:schemeClr val="tx1"/>
                </a:solidFill>
                <a:latin typeface="Times New Roman" panose="02020603050405020304" pitchFamily="18" charset="0"/>
                <a:ea typeface="K2D"/>
                <a:cs typeface="K2D"/>
                <a:sym typeface="K2D"/>
              </a:rPr>
              <a:t>ThS</a:t>
            </a:r>
            <a:r>
              <a:rPr lang="en-US" sz="2400">
                <a:solidFill>
                  <a:schemeClr val="tx1"/>
                </a:solidFill>
                <a:latin typeface="Times New Roman" panose="02020603050405020304" pitchFamily="18" charset="0"/>
                <a:ea typeface="K2D"/>
                <a:cs typeface="K2D"/>
                <a:sym typeface="K2D"/>
              </a:rPr>
              <a:t>. </a:t>
            </a:r>
            <a:r>
              <a:rPr lang="vi-VN" sz="2400">
                <a:solidFill>
                  <a:schemeClr val="tx1"/>
                </a:solidFill>
                <a:latin typeface="Times New Roman" panose="02020603050405020304" pitchFamily="18" charset="0"/>
                <a:ea typeface="K2D"/>
                <a:cs typeface="K2D"/>
                <a:sym typeface="K2D"/>
              </a:rPr>
              <a:t>Phạm Nguyên Hoàng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DADC-1C38-F47F-27AB-DAB89FEC2EEB}"/>
              </a:ext>
            </a:extLst>
          </p:cNvPr>
          <p:cNvSpPr>
            <a:spLocks noGrp="1"/>
          </p:cNvSpPr>
          <p:nvPr>
            <p:ph type="title"/>
          </p:nvPr>
        </p:nvSpPr>
        <p:spPr/>
        <p:txBody>
          <a:bodyPr/>
          <a:lstStyle/>
          <a:p>
            <a:r>
              <a:rPr lang="vi-VN"/>
              <a:t>Tổng quan bài báo cáo</a:t>
            </a:r>
          </a:p>
        </p:txBody>
      </p:sp>
      <p:sp>
        <p:nvSpPr>
          <p:cNvPr id="3" name="Text Placeholder 2">
            <a:extLst>
              <a:ext uri="{FF2B5EF4-FFF2-40B4-BE49-F238E27FC236}">
                <a16:creationId xmlns:a16="http://schemas.microsoft.com/office/drawing/2014/main" id="{21AB0806-EF40-CBCD-C076-795E2CA6773C}"/>
              </a:ext>
            </a:extLst>
          </p:cNvPr>
          <p:cNvSpPr>
            <a:spLocks noGrp="1"/>
          </p:cNvSpPr>
          <p:nvPr>
            <p:ph type="body" idx="1"/>
          </p:nvPr>
        </p:nvSpPr>
        <p:spPr>
          <a:xfrm>
            <a:off x="486385" y="1156054"/>
            <a:ext cx="10867416" cy="4466533"/>
          </a:xfrm>
        </p:spPr>
        <p:txBody>
          <a:bodyPr>
            <a:noAutofit/>
          </a:bodyPr>
          <a:lstStyle/>
          <a:p>
            <a:pPr marL="228600" indent="0">
              <a:lnSpc>
                <a:spcPct val="200000"/>
              </a:lnSpc>
            </a:pPr>
            <a:r>
              <a:rPr lang="vi-VN" sz="2600" b="1">
                <a:latin typeface="+mj-lt"/>
              </a:rPr>
              <a:t>Phần 1: </a:t>
            </a:r>
            <a:r>
              <a:rPr lang="vi-VN" sz="2600">
                <a:latin typeface="+mj-lt"/>
              </a:rPr>
              <a:t>Mở đầu cũng như nhu cầu thực tế và mục tiêu chung của đề tài.</a:t>
            </a:r>
          </a:p>
          <a:p>
            <a:pPr marL="228600" indent="0">
              <a:lnSpc>
                <a:spcPct val="200000"/>
              </a:lnSpc>
            </a:pPr>
            <a:r>
              <a:rPr lang="vi-VN" sz="2600" b="1">
                <a:latin typeface="+mj-lt"/>
              </a:rPr>
              <a:t>Phần 2: </a:t>
            </a:r>
            <a:r>
              <a:rPr lang="vi-VN" sz="2600">
                <a:latin typeface="+mj-lt"/>
              </a:rPr>
              <a:t>Quy trình xây dựng và trích xuất thông tin từ ảnh chụp biển hiệu.</a:t>
            </a:r>
          </a:p>
          <a:p>
            <a:pPr marL="228600" indent="0">
              <a:lnSpc>
                <a:spcPct val="200000"/>
              </a:lnSpc>
            </a:pPr>
            <a:r>
              <a:rPr lang="vi-VN" sz="2600" b="1">
                <a:latin typeface="+mj-lt"/>
              </a:rPr>
              <a:t>Phần 3: </a:t>
            </a:r>
            <a:r>
              <a:rPr lang="vi-VN" sz="2600">
                <a:latin typeface="+mj-lt"/>
              </a:rPr>
              <a:t>Xây dựng hệ thống bản đồ thông minh.</a:t>
            </a:r>
          </a:p>
        </p:txBody>
      </p:sp>
    </p:spTree>
    <p:extLst>
      <p:ext uri="{BB962C8B-B14F-4D97-AF65-F5344CB8AC3E}">
        <p14:creationId xmlns:p14="http://schemas.microsoft.com/office/powerpoint/2010/main" val="702829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3B3C6-0D7D-CD30-116D-61FA58935F8E}"/>
              </a:ext>
            </a:extLst>
          </p:cNvPr>
          <p:cNvSpPr>
            <a:spLocks noGrp="1"/>
          </p:cNvSpPr>
          <p:nvPr>
            <p:ph type="title"/>
          </p:nvPr>
        </p:nvSpPr>
        <p:spPr/>
        <p:txBody>
          <a:bodyPr/>
          <a:lstStyle/>
          <a:p>
            <a:r>
              <a:rPr lang="vi-VN"/>
              <a:t>Phần 1: Đặt vấn đề và mục tiêu </a:t>
            </a:r>
          </a:p>
        </p:txBody>
      </p:sp>
      <p:sp>
        <p:nvSpPr>
          <p:cNvPr id="3" name="Text Placeholder 2">
            <a:extLst>
              <a:ext uri="{FF2B5EF4-FFF2-40B4-BE49-F238E27FC236}">
                <a16:creationId xmlns:a16="http://schemas.microsoft.com/office/drawing/2014/main" id="{AB9E9572-CDB6-5800-2C61-E9F5942201C0}"/>
              </a:ext>
            </a:extLst>
          </p:cNvPr>
          <p:cNvSpPr>
            <a:spLocks noGrp="1"/>
          </p:cNvSpPr>
          <p:nvPr>
            <p:ph type="body" idx="1"/>
          </p:nvPr>
        </p:nvSpPr>
        <p:spPr>
          <a:xfrm>
            <a:off x="838200" y="934726"/>
            <a:ext cx="10873902" cy="4405759"/>
          </a:xfrm>
        </p:spPr>
        <p:txBody>
          <a:bodyPr>
            <a:normAutofit/>
          </a:bodyPr>
          <a:lstStyle/>
          <a:p>
            <a:pPr>
              <a:lnSpc>
                <a:spcPct val="150000"/>
              </a:lnSpc>
            </a:pPr>
            <a:r>
              <a:rPr lang="vi-VN" b="1">
                <a:latin typeface="+mj-lt"/>
              </a:rPr>
              <a:t>Nhu cầu thực tế: </a:t>
            </a:r>
            <a:r>
              <a:rPr lang="vi-VN">
                <a:latin typeface="+mj-lt"/>
              </a:rPr>
              <a:t>Cần số hóa thông tin các cửa hàng, hộ kinh doanh để xây dựng hệ thống bản đồ số nhằm cung cấp dịch vụ tìm kiếm địa phương là cần thiết.</a:t>
            </a:r>
          </a:p>
          <a:p>
            <a:pPr>
              <a:lnSpc>
                <a:spcPct val="150000"/>
              </a:lnSpc>
            </a:pPr>
            <a:r>
              <a:rPr lang="vi-VN" b="1">
                <a:latin typeface="+mj-lt"/>
              </a:rPr>
              <a:t>Vấn đề: </a:t>
            </a:r>
            <a:r>
              <a:rPr lang="vi-VN">
                <a:latin typeface="+mj-lt"/>
              </a:rPr>
              <a:t>Quá trình thu thập và nhập liệu thủ công tốn quá nhiều thời gian, nhân lực và chi phí khi mở rộng quy mô.</a:t>
            </a:r>
          </a:p>
          <a:p>
            <a:pPr>
              <a:lnSpc>
                <a:spcPct val="150000"/>
              </a:lnSpc>
            </a:pPr>
            <a:r>
              <a:rPr lang="vi-VN" b="1">
                <a:latin typeface="+mj-lt"/>
              </a:rPr>
              <a:t>Mục tiêu chung: </a:t>
            </a:r>
            <a:r>
              <a:rPr lang="vi-VN">
                <a:latin typeface="+mj-lt"/>
              </a:rPr>
              <a:t>Xây dựng hệ thống bản đồ thông minh tích hợp AI giúp tự động trích xuất và phân loại thông tin từ ảnh biển hiệu để quản lý, tra cứu thông tin nhanh hơn.</a:t>
            </a:r>
          </a:p>
        </p:txBody>
      </p:sp>
    </p:spTree>
    <p:extLst>
      <p:ext uri="{BB962C8B-B14F-4D97-AF65-F5344CB8AC3E}">
        <p14:creationId xmlns:p14="http://schemas.microsoft.com/office/powerpoint/2010/main" val="2863864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6B79F-08B2-8E6C-5D1C-F32508D15040}"/>
              </a:ext>
            </a:extLst>
          </p:cNvPr>
          <p:cNvSpPr>
            <a:spLocks noGrp="1"/>
          </p:cNvSpPr>
          <p:nvPr>
            <p:ph type="title"/>
          </p:nvPr>
        </p:nvSpPr>
        <p:spPr/>
        <p:txBody>
          <a:bodyPr/>
          <a:lstStyle/>
          <a:p>
            <a:r>
              <a:rPr lang="vi-VN"/>
              <a:t>Phần 1: Tổng quan</a:t>
            </a:r>
            <a:endParaRPr lang="en-US">
              <a:latin typeface="Times New Roman" panose="02020603050405020304" pitchFamily="18" charset="0"/>
            </a:endParaRPr>
          </a:p>
        </p:txBody>
      </p:sp>
      <p:sp>
        <p:nvSpPr>
          <p:cNvPr id="5" name="TextBox 4">
            <a:extLst>
              <a:ext uri="{FF2B5EF4-FFF2-40B4-BE49-F238E27FC236}">
                <a16:creationId xmlns:a16="http://schemas.microsoft.com/office/drawing/2014/main" id="{56567247-6938-DFF3-0688-21DD6D639F15}"/>
              </a:ext>
            </a:extLst>
          </p:cNvPr>
          <p:cNvSpPr txBox="1"/>
          <p:nvPr/>
        </p:nvSpPr>
        <p:spPr>
          <a:xfrm>
            <a:off x="690879" y="1214469"/>
            <a:ext cx="10359741" cy="461665"/>
          </a:xfrm>
          <a:prstGeom prst="rect">
            <a:avLst/>
          </a:prstGeom>
          <a:noFill/>
        </p:spPr>
        <p:txBody>
          <a:bodyPr wrap="square" rtlCol="0">
            <a:spAutoFit/>
          </a:bodyPr>
          <a:lstStyle/>
          <a:p>
            <a:r>
              <a:rPr lang="vi-VN" sz="2400" b="1">
                <a:latin typeface="Times New Roman" panose="02020603050405020304" pitchFamily="18" charset="0"/>
                <a:cs typeface="Times New Roman" panose="02020603050405020304" pitchFamily="18" charset="0"/>
              </a:rPr>
              <a:t>Phân hệ 1: Nhận dạng và trích xuất thông tin từ biển hiệu.</a:t>
            </a:r>
            <a:endParaRPr lang="en-US" sz="2400" b="1">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839E72B-7F8D-4830-059C-DF529D74A02A}"/>
              </a:ext>
            </a:extLst>
          </p:cNvPr>
          <p:cNvSpPr txBox="1"/>
          <p:nvPr/>
        </p:nvSpPr>
        <p:spPr>
          <a:xfrm>
            <a:off x="690879" y="1659655"/>
            <a:ext cx="10515600" cy="1785104"/>
          </a:xfrm>
          <a:prstGeom prst="rect">
            <a:avLst/>
          </a:prstGeom>
        </p:spPr>
        <p:txBody>
          <a:bodyPr wrap="square" rtlCol="0">
            <a:spAutoFit/>
          </a:bodyPr>
          <a:lstStyle/>
          <a:p>
            <a:pPr eaLnBrk="0" fontAlgn="base" hangingPunct="0">
              <a:spcBef>
                <a:spcPct val="0"/>
              </a:spcBef>
              <a:spcAft>
                <a:spcPct val="0"/>
              </a:spcAft>
              <a:buClrTx/>
            </a:pPr>
            <a:r>
              <a:rPr kumimoji="0" lang="vi-VN"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Nội dung: </a:t>
            </a:r>
          </a:p>
          <a:p>
            <a:pPr eaLnBrk="0" fontAlgn="base" hangingPunct="0">
              <a:spcBef>
                <a:spcPct val="0"/>
              </a:spcBef>
              <a:spcAft>
                <a:spcPct val="0"/>
              </a:spcAft>
              <a:buClrTx/>
            </a:pPr>
            <a:r>
              <a:rPr lang="vi-VN" altLang="en-US" sz="2200">
                <a:solidFill>
                  <a:schemeClr val="tx1"/>
                </a:solidFill>
                <a:latin typeface="Times New Roman" panose="02020603050405020304" pitchFamily="18" charset="0"/>
                <a:cs typeface="Times New Roman" panose="02020603050405020304" pitchFamily="18" charset="0"/>
              </a:rPr>
              <a:t>	</a:t>
            </a:r>
            <a:r>
              <a:rPr kumimoji="0" lang="vi-VN"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Phát hiện biển hiệu và nắn phẳng biển hiệu.</a:t>
            </a:r>
          </a:p>
          <a:p>
            <a:pPr eaLnBrk="0" fontAlgn="base" hangingPunct="0">
              <a:spcBef>
                <a:spcPct val="0"/>
              </a:spcBef>
              <a:spcAft>
                <a:spcPct val="0"/>
              </a:spcAft>
              <a:buClrTx/>
            </a:pPr>
            <a:r>
              <a:rPr lang="vi-VN" altLang="en-US" sz="2200">
                <a:solidFill>
                  <a:schemeClr val="tx1"/>
                </a:solidFill>
                <a:latin typeface="Times New Roman" panose="02020603050405020304" pitchFamily="18" charset="0"/>
                <a:cs typeface="Times New Roman" panose="02020603050405020304" pitchFamily="18" charset="0"/>
              </a:rPr>
              <a:t>	N</a:t>
            </a:r>
            <a:r>
              <a:rPr kumimoji="0" lang="vi-VN"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hận dạng vùng chứa chữ và n</a:t>
            </a:r>
            <a:r>
              <a:rPr lang="vi-VN" altLang="en-US" sz="2200">
                <a:solidFill>
                  <a:schemeClr val="tx1"/>
                </a:solidFill>
                <a:latin typeface="Times New Roman" panose="02020603050405020304" pitchFamily="18" charset="0"/>
                <a:cs typeface="Times New Roman" panose="02020603050405020304" pitchFamily="18" charset="0"/>
              </a:rPr>
              <a:t>hận dạng chữ.</a:t>
            </a:r>
            <a:endParaRPr kumimoji="0" lang="vi-VN"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buClrTx/>
            </a:pPr>
            <a:r>
              <a:rPr lang="vi-VN" altLang="en-US" sz="2200">
                <a:solidFill>
                  <a:schemeClr val="tx1"/>
                </a:solidFill>
                <a:latin typeface="Times New Roman" panose="02020603050405020304" pitchFamily="18" charset="0"/>
                <a:cs typeface="Times New Roman" panose="02020603050405020304" pitchFamily="18" charset="0"/>
              </a:rPr>
              <a:t>	B</a:t>
            </a:r>
            <a:r>
              <a:rPr kumimoji="0" lang="vi-VN" altLang="en-US" sz="22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óc tách ngữ nghĩa và p</a:t>
            </a:r>
            <a:r>
              <a:rPr lang="vi-VN" altLang="en-US" sz="2200">
                <a:solidFill>
                  <a:schemeClr val="tx1"/>
                </a:solidFill>
                <a:latin typeface="Times New Roman" panose="02020603050405020304" pitchFamily="18" charset="0"/>
                <a:cs typeface="Times New Roman" panose="02020603050405020304" pitchFamily="18" charset="0"/>
              </a:rPr>
              <a:t>hân loại danh mục cửa hàng.</a:t>
            </a:r>
          </a:p>
          <a:p>
            <a:pPr eaLnBrk="0" fontAlgn="base" hangingPunct="0">
              <a:spcBef>
                <a:spcPct val="0"/>
              </a:spcBef>
              <a:spcAft>
                <a:spcPct val="0"/>
              </a:spcAft>
              <a:buClrTx/>
            </a:pPr>
            <a:r>
              <a:rPr lang="vi-VN" altLang="en-US" sz="2200">
                <a:solidFill>
                  <a:schemeClr val="tx1"/>
                </a:solidFill>
                <a:latin typeface="Times New Roman" panose="02020603050405020304" pitchFamily="18" charset="0"/>
                <a:cs typeface="Times New Roman" panose="02020603050405020304" pitchFamily="18" charset="0"/>
              </a:rPr>
              <a:t>	</a:t>
            </a:r>
            <a:endParaRPr lang="en-US" sz="220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06BEF95-07D3-938A-8254-1C0D52B229E4}"/>
              </a:ext>
            </a:extLst>
          </p:cNvPr>
          <p:cNvSpPr txBox="1"/>
          <p:nvPr/>
        </p:nvSpPr>
        <p:spPr>
          <a:xfrm>
            <a:off x="690879" y="3291619"/>
            <a:ext cx="10281920" cy="461665"/>
          </a:xfrm>
          <a:prstGeom prst="rect">
            <a:avLst/>
          </a:prstGeom>
          <a:noFill/>
        </p:spPr>
        <p:txBody>
          <a:bodyPr wrap="square">
            <a:spAutoFit/>
          </a:bodyPr>
          <a:lstStyle/>
          <a:p>
            <a:r>
              <a:rPr lang="vi-VN" sz="2400" b="1">
                <a:latin typeface="+mj-lt"/>
                <a:cs typeface="Times New Roman" panose="02020603050405020304" pitchFamily="18" charset="0"/>
              </a:rPr>
              <a:t>Phân hệ 2: </a:t>
            </a:r>
            <a:r>
              <a:rPr lang="vi-VN" sz="2400" b="1">
                <a:latin typeface="+mj-lt"/>
              </a:rPr>
              <a:t>Xây dựng hệ thống bản đồ cửa hàng thông minh.</a:t>
            </a:r>
            <a:endParaRPr lang="en-US" sz="2400" b="1">
              <a:latin typeface="+mj-lt"/>
              <a:cs typeface="Times New Roman" panose="02020603050405020304" pitchFamily="18" charset="0"/>
            </a:endParaRPr>
          </a:p>
        </p:txBody>
      </p:sp>
      <p:sp>
        <p:nvSpPr>
          <p:cNvPr id="8" name="TextBox 7">
            <a:extLst>
              <a:ext uri="{FF2B5EF4-FFF2-40B4-BE49-F238E27FC236}">
                <a16:creationId xmlns:a16="http://schemas.microsoft.com/office/drawing/2014/main" id="{D660F2CB-3F85-C872-86D5-7DCE05EC93A9}"/>
              </a:ext>
            </a:extLst>
          </p:cNvPr>
          <p:cNvSpPr txBox="1"/>
          <p:nvPr/>
        </p:nvSpPr>
        <p:spPr>
          <a:xfrm>
            <a:off x="690879" y="3753284"/>
            <a:ext cx="10437780" cy="1446550"/>
          </a:xfrm>
          <a:prstGeom prst="rect">
            <a:avLst/>
          </a:prstGeom>
          <a:noFill/>
        </p:spPr>
        <p:txBody>
          <a:bodyPr wrap="square">
            <a:spAutoFit/>
          </a:bodyPr>
          <a:lstStyle/>
          <a:p>
            <a:pPr eaLnBrk="0" fontAlgn="base" hangingPunct="0">
              <a:spcBef>
                <a:spcPct val="0"/>
              </a:spcBef>
              <a:spcAft>
                <a:spcPct val="0"/>
              </a:spcAft>
              <a:buClrTx/>
            </a:pPr>
            <a:r>
              <a:rPr lang="vi-VN" sz="2200">
                <a:latin typeface="+mj-lt"/>
              </a:rPr>
              <a:t>Nội dung: </a:t>
            </a:r>
            <a:endParaRPr lang="en-US" sz="2200">
              <a:latin typeface="+mj-lt"/>
            </a:endParaRPr>
          </a:p>
          <a:p>
            <a:pPr eaLnBrk="0" fontAlgn="base" hangingPunct="0">
              <a:spcBef>
                <a:spcPct val="0"/>
              </a:spcBef>
              <a:spcAft>
                <a:spcPct val="0"/>
              </a:spcAft>
              <a:buClrTx/>
            </a:pPr>
            <a:r>
              <a:rPr lang="en-US" sz="2200">
                <a:latin typeface="+mj-lt"/>
              </a:rPr>
              <a:t>	</a:t>
            </a:r>
            <a:r>
              <a:rPr lang="vi-VN" sz="2200">
                <a:latin typeface="+mj-lt"/>
              </a:rPr>
              <a:t>Xây dựng hệ thống bản đồ thông minh.</a:t>
            </a:r>
          </a:p>
          <a:p>
            <a:pPr eaLnBrk="0" fontAlgn="base" hangingPunct="0">
              <a:spcBef>
                <a:spcPct val="0"/>
              </a:spcBef>
              <a:spcAft>
                <a:spcPct val="0"/>
              </a:spcAft>
              <a:buClrTx/>
            </a:pPr>
            <a:r>
              <a:rPr lang="vi-VN" sz="2200">
                <a:latin typeface="+mj-lt"/>
              </a:rPr>
              <a:t>	Cài đặt các thuật toán tìm đường đi tối ưu.</a:t>
            </a:r>
          </a:p>
          <a:p>
            <a:pPr eaLnBrk="0" fontAlgn="base" hangingPunct="0">
              <a:spcBef>
                <a:spcPct val="0"/>
              </a:spcBef>
              <a:spcAft>
                <a:spcPct val="0"/>
              </a:spcAft>
              <a:buClrTx/>
            </a:pPr>
            <a:r>
              <a:rPr lang="vi-VN" sz="2200">
                <a:latin typeface="+mj-lt"/>
              </a:rPr>
              <a:t>	Xây dựng giao diện trực quan, dễ dàng sử dụng.</a:t>
            </a:r>
          </a:p>
        </p:txBody>
      </p:sp>
      <p:sp>
        <p:nvSpPr>
          <p:cNvPr id="10" name="TextBox 9">
            <a:extLst>
              <a:ext uri="{FF2B5EF4-FFF2-40B4-BE49-F238E27FC236}">
                <a16:creationId xmlns:a16="http://schemas.microsoft.com/office/drawing/2014/main" id="{2AC7D621-B31A-C817-7AE9-11F337C5F0D8}"/>
              </a:ext>
            </a:extLst>
          </p:cNvPr>
          <p:cNvSpPr txBox="1"/>
          <p:nvPr/>
        </p:nvSpPr>
        <p:spPr>
          <a:xfrm>
            <a:off x="690879" y="5643531"/>
            <a:ext cx="10797487" cy="461665"/>
          </a:xfrm>
          <a:prstGeom prst="rect">
            <a:avLst/>
          </a:prstGeom>
          <a:noFill/>
        </p:spPr>
        <p:txBody>
          <a:bodyPr wrap="square">
            <a:spAutoFit/>
          </a:bodyPr>
          <a:lstStyle/>
          <a:p>
            <a:r>
              <a:rPr lang="vi-VN" sz="2400" b="1">
                <a:latin typeface="+mj-lt"/>
              </a:rPr>
              <a:t>Mối liên hệ: </a:t>
            </a:r>
            <a:r>
              <a:rPr lang="vi-VN" sz="2400">
                <a:latin typeface="+mj-lt"/>
              </a:rPr>
              <a:t>Phân hệ 1 đóng vai trò là “nguồn cung cấp dữ liệu” cho phân hệ 2.</a:t>
            </a:r>
          </a:p>
        </p:txBody>
      </p:sp>
    </p:spTree>
    <p:extLst>
      <p:ext uri="{BB962C8B-B14F-4D97-AF65-F5344CB8AC3E}">
        <p14:creationId xmlns:p14="http://schemas.microsoft.com/office/powerpoint/2010/main" val="238295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878B-5210-20B5-AE8F-7251A49283E3}"/>
              </a:ext>
            </a:extLst>
          </p:cNvPr>
          <p:cNvSpPr>
            <a:spLocks noGrp="1"/>
          </p:cNvSpPr>
          <p:nvPr>
            <p:ph type="title"/>
          </p:nvPr>
        </p:nvSpPr>
        <p:spPr/>
        <p:txBody>
          <a:bodyPr/>
          <a:lstStyle/>
          <a:p>
            <a:r>
              <a:rPr lang="vi-VN"/>
              <a:t>Phần 2: Kiến trúc hệ thống và thực nghiệm</a:t>
            </a:r>
          </a:p>
        </p:txBody>
      </p:sp>
      <p:sp>
        <p:nvSpPr>
          <p:cNvPr id="3" name="Text Placeholder 2">
            <a:extLst>
              <a:ext uri="{FF2B5EF4-FFF2-40B4-BE49-F238E27FC236}">
                <a16:creationId xmlns:a16="http://schemas.microsoft.com/office/drawing/2014/main" id="{F208E98C-0A16-C313-2D6D-DE45CF5CBD96}"/>
              </a:ext>
            </a:extLst>
          </p:cNvPr>
          <p:cNvSpPr>
            <a:spLocks noGrp="1"/>
          </p:cNvSpPr>
          <p:nvPr>
            <p:ph type="body" idx="1"/>
          </p:nvPr>
        </p:nvSpPr>
        <p:spPr>
          <a:xfrm>
            <a:off x="838200" y="1127944"/>
            <a:ext cx="10753165" cy="5236997"/>
          </a:xfrm>
        </p:spPr>
        <p:txBody>
          <a:bodyPr>
            <a:normAutofit fontScale="92500" lnSpcReduction="10000"/>
          </a:bodyPr>
          <a:lstStyle/>
          <a:p>
            <a:r>
              <a:rPr lang="vi-VN" b="1">
                <a:latin typeface="+mj-lt"/>
              </a:rPr>
              <a:t>Mô hình tổng thể: </a:t>
            </a:r>
            <a:r>
              <a:rPr lang="vi-VN">
                <a:latin typeface="+mj-lt"/>
              </a:rPr>
              <a:t>Hệ thống đa phương thức chạy nối tiếp End-to-End.</a:t>
            </a:r>
          </a:p>
          <a:p>
            <a:r>
              <a:rPr lang="vi-VN" b="1">
                <a:latin typeface="+mj-lt"/>
              </a:rPr>
              <a:t>Luồng dữ liệu (Data Flow): </a:t>
            </a:r>
          </a:p>
          <a:p>
            <a:pPr marL="571500" indent="-342900">
              <a:buFont typeface="Wingdings" panose="05000000000000000000" pitchFamily="2" charset="2"/>
              <a:buChar char="Ø"/>
            </a:pPr>
            <a:r>
              <a:rPr lang="vi-VN">
                <a:latin typeface="+mj-lt"/>
              </a:rPr>
              <a:t>Đầu vào: Ảnh chụp biển hiệu.</a:t>
            </a:r>
          </a:p>
          <a:p>
            <a:pPr marL="571500" indent="-342900">
              <a:buFont typeface="Wingdings" panose="05000000000000000000" pitchFamily="2" charset="2"/>
              <a:buChar char="Ø"/>
            </a:pPr>
            <a:r>
              <a:rPr lang="vi-VN">
                <a:latin typeface="+mj-lt"/>
              </a:rPr>
              <a:t>Phát hiện (YOLOv8): Khoanh vùng và cắt riêng từng biển hiệu.</a:t>
            </a:r>
          </a:p>
          <a:p>
            <a:pPr marL="571500" indent="-342900">
              <a:buFont typeface="Wingdings" panose="05000000000000000000" pitchFamily="2" charset="2"/>
              <a:buChar char="Ø"/>
            </a:pPr>
            <a:r>
              <a:rPr lang="vi-VN">
                <a:latin typeface="+mj-lt"/>
              </a:rPr>
              <a:t>Tiền xử lý (Rectification): Thuật toán Perspective Transform nắn phẳng góc nghiêng dựa trên nội suy.</a:t>
            </a:r>
          </a:p>
          <a:p>
            <a:pPr marL="571500" indent="-342900">
              <a:buFont typeface="Wingdings" panose="05000000000000000000" pitchFamily="2" charset="2"/>
              <a:buChar char="Ø"/>
            </a:pPr>
            <a:r>
              <a:rPr lang="vi-VN">
                <a:latin typeface="+mj-lt"/>
              </a:rPr>
              <a:t>Định vị vùng chứa chữ (PaddleOCR - DBNet): Khoanh vùng và cắt riêng từng dòng chữ trên biển hiệu.</a:t>
            </a:r>
          </a:p>
          <a:p>
            <a:pPr marL="571500" indent="-342900">
              <a:buFont typeface="Wingdings" panose="05000000000000000000" pitchFamily="2" charset="2"/>
              <a:buChar char="Ø"/>
            </a:pPr>
            <a:r>
              <a:rPr lang="vi-VN">
                <a:latin typeface="+mj-lt"/>
              </a:rPr>
              <a:t>Nhận dạng (VietOCR): Đọc chữ thông qua cơ chế 4 bộ lọc song song.</a:t>
            </a:r>
          </a:p>
          <a:p>
            <a:pPr marL="571500" indent="-342900">
              <a:buFont typeface="Wingdings" panose="05000000000000000000" pitchFamily="2" charset="2"/>
              <a:buChar char="Ø"/>
            </a:pPr>
            <a:r>
              <a:rPr lang="vi-VN">
                <a:latin typeface="+mj-lt"/>
              </a:rPr>
              <a:t>Trích xuất (Hybrid): Regex (SĐT, Địa chỉ) + Qwen 0.5B (Brand, Service).</a:t>
            </a:r>
          </a:p>
          <a:p>
            <a:pPr marL="571500" indent="-342900">
              <a:buFont typeface="Wingdings" panose="05000000000000000000" pitchFamily="2" charset="2"/>
              <a:buChar char="Ø"/>
            </a:pPr>
            <a:r>
              <a:rPr lang="vi-VN">
                <a:latin typeface="+mj-lt"/>
              </a:rPr>
              <a:t>Phân loại (Linear SVC): Gán nhãn 18 nhóm ngành nghề.</a:t>
            </a:r>
          </a:p>
          <a:p>
            <a:pPr marL="571500" indent="-342900">
              <a:buFont typeface="Wingdings" panose="05000000000000000000" pitchFamily="2" charset="2"/>
              <a:buChar char="Ø"/>
            </a:pPr>
            <a:r>
              <a:rPr lang="vi-VN">
                <a:latin typeface="+mj-lt"/>
              </a:rPr>
              <a:t>Đầu ra: Dữ liệu chuẩn JSON.</a:t>
            </a:r>
          </a:p>
        </p:txBody>
      </p:sp>
    </p:spTree>
    <p:extLst>
      <p:ext uri="{BB962C8B-B14F-4D97-AF65-F5344CB8AC3E}">
        <p14:creationId xmlns:p14="http://schemas.microsoft.com/office/powerpoint/2010/main" val="1124510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57DB8CE-8A0D-0F69-F554-A25B0F8429B3}"/>
              </a:ext>
            </a:extLst>
          </p:cNvPr>
          <p:cNvPicPr>
            <a:picLocks noChangeAspect="1"/>
          </p:cNvPicPr>
          <p:nvPr/>
        </p:nvPicPr>
        <p:blipFill>
          <a:blip r:embed="rId3"/>
          <a:srcRect t="15479" b="14483"/>
          <a:stretch>
            <a:fillRect/>
          </a:stretch>
        </p:blipFill>
        <p:spPr>
          <a:xfrm>
            <a:off x="876976" y="688277"/>
            <a:ext cx="10438048" cy="5481445"/>
          </a:xfrm>
          <a:prstGeom prst="rect">
            <a:avLst/>
          </a:prstGeom>
        </p:spPr>
      </p:pic>
    </p:spTree>
    <p:extLst>
      <p:ext uri="{BB962C8B-B14F-4D97-AF65-F5344CB8AC3E}">
        <p14:creationId xmlns:p14="http://schemas.microsoft.com/office/powerpoint/2010/main" val="1415981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E42B-7F12-C332-288A-D06CB6AF5926}"/>
              </a:ext>
            </a:extLst>
          </p:cNvPr>
          <p:cNvSpPr>
            <a:spLocks noGrp="1"/>
          </p:cNvSpPr>
          <p:nvPr>
            <p:ph type="title"/>
          </p:nvPr>
        </p:nvSpPr>
        <p:spPr/>
        <p:txBody>
          <a:bodyPr/>
          <a:lstStyle/>
          <a:p>
            <a:r>
              <a:rPr lang="vi-VN"/>
              <a:t>Phần 2: Sơ đồ tổng quát quy trình trích xuất thông tin</a:t>
            </a:r>
          </a:p>
        </p:txBody>
      </p:sp>
      <p:pic>
        <p:nvPicPr>
          <p:cNvPr id="5" name="Picture 4">
            <a:extLst>
              <a:ext uri="{FF2B5EF4-FFF2-40B4-BE49-F238E27FC236}">
                <a16:creationId xmlns:a16="http://schemas.microsoft.com/office/drawing/2014/main" id="{C2C530EF-5EA0-F54D-7BEC-29948B3A1037}"/>
              </a:ext>
            </a:extLst>
          </p:cNvPr>
          <p:cNvPicPr>
            <a:picLocks noChangeAspect="1"/>
          </p:cNvPicPr>
          <p:nvPr/>
        </p:nvPicPr>
        <p:blipFill>
          <a:blip r:embed="rId3"/>
          <a:stretch>
            <a:fillRect/>
          </a:stretch>
        </p:blipFill>
        <p:spPr>
          <a:xfrm>
            <a:off x="950060" y="1360836"/>
            <a:ext cx="10291880" cy="4971870"/>
          </a:xfrm>
          <a:prstGeom prst="rect">
            <a:avLst/>
          </a:prstGeom>
        </p:spPr>
      </p:pic>
    </p:spTree>
    <p:extLst>
      <p:ext uri="{BB962C8B-B14F-4D97-AF65-F5344CB8AC3E}">
        <p14:creationId xmlns:p14="http://schemas.microsoft.com/office/powerpoint/2010/main" val="565101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C0BE2E-3949-1C47-69FC-2F8ED0E5157D}"/>
              </a:ext>
            </a:extLst>
          </p:cNvPr>
          <p:cNvSpPr txBox="1"/>
          <p:nvPr/>
        </p:nvSpPr>
        <p:spPr>
          <a:xfrm>
            <a:off x="965200" y="487680"/>
            <a:ext cx="10261600" cy="590931"/>
          </a:xfrm>
          <a:prstGeom prst="rect">
            <a:avLst/>
          </a:prstGeom>
          <a:noFill/>
        </p:spPr>
        <p:txBody>
          <a:bodyPr wrap="square" rtlCol="0">
            <a:spAutoFit/>
          </a:bodyPr>
          <a:lstStyle/>
          <a:p>
            <a:pPr>
              <a:lnSpc>
                <a:spcPct val="90000"/>
              </a:lnSpc>
              <a:buClr>
                <a:srgbClr val="0070C0"/>
              </a:buClr>
              <a:buSzPts val="3600"/>
            </a:pPr>
            <a:r>
              <a:rPr lang="vi-VN" sz="3600" b="1">
                <a:solidFill>
                  <a:srgbClr val="0070C0"/>
                </a:solidFill>
                <a:latin typeface="K2D"/>
                <a:cs typeface="K2D"/>
                <a:sym typeface="K2D"/>
              </a:rPr>
              <a:t>Phần 2: Thu thập dữ liệu gốc</a:t>
            </a:r>
          </a:p>
        </p:txBody>
      </p:sp>
      <p:sp>
        <p:nvSpPr>
          <p:cNvPr id="3" name="TextBox 2">
            <a:extLst>
              <a:ext uri="{FF2B5EF4-FFF2-40B4-BE49-F238E27FC236}">
                <a16:creationId xmlns:a16="http://schemas.microsoft.com/office/drawing/2014/main" id="{6FF75BDC-5CC3-3203-7502-AF81E7948C3A}"/>
              </a:ext>
            </a:extLst>
          </p:cNvPr>
          <p:cNvSpPr txBox="1"/>
          <p:nvPr/>
        </p:nvSpPr>
        <p:spPr>
          <a:xfrm>
            <a:off x="965200" y="1078611"/>
            <a:ext cx="10639898" cy="2241960"/>
          </a:xfrm>
          <a:prstGeom prst="rect">
            <a:avLst/>
          </a:prstGeom>
          <a:noFill/>
        </p:spPr>
        <p:txBody>
          <a:bodyPr wrap="square">
            <a:spAutoFit/>
          </a:bodyPr>
          <a:lstStyle/>
          <a:p>
            <a:pPr>
              <a:lnSpc>
                <a:spcPct val="150000"/>
              </a:lnSpc>
            </a:pPr>
            <a:r>
              <a:rPr lang="vi-VN" sz="2400" b="1">
                <a:latin typeface="+mj-lt"/>
              </a:rPr>
              <a:t>Thu thập: </a:t>
            </a:r>
            <a:r>
              <a:rPr lang="vi-VN" sz="2400">
                <a:latin typeface="+mj-lt"/>
              </a:rPr>
              <a:t>Các tuyến đường trọng điểm Quận Ninh Kiều (Nguyễn Văn Cừ, 3/2, Mậu Thân, 30 tháng 4, Nguyễn Văn Linh,...).</a:t>
            </a:r>
          </a:p>
          <a:p>
            <a:pPr>
              <a:lnSpc>
                <a:spcPct val="150000"/>
              </a:lnSpc>
            </a:pPr>
            <a:r>
              <a:rPr lang="vi-VN" sz="2400" b="1">
                <a:latin typeface="+mj-lt"/>
              </a:rPr>
              <a:t>Thiết bị: </a:t>
            </a:r>
            <a:r>
              <a:rPr lang="vi-VN" sz="2400">
                <a:latin typeface="+mj-lt"/>
              </a:rPr>
              <a:t>Điện thoại di động (Oppo Find X9, Samsung M34) có bật tag vị trí.</a:t>
            </a:r>
          </a:p>
          <a:p>
            <a:pPr>
              <a:lnSpc>
                <a:spcPct val="150000"/>
              </a:lnSpc>
            </a:pPr>
            <a:r>
              <a:rPr lang="vi-VN" sz="2400" b="1">
                <a:latin typeface="+mj-lt"/>
              </a:rPr>
              <a:t>Số lượng: </a:t>
            </a:r>
            <a:r>
              <a:rPr lang="vi-VN" sz="2400">
                <a:latin typeface="+mj-lt"/>
              </a:rPr>
              <a:t>1300 ảnh.</a:t>
            </a:r>
          </a:p>
        </p:txBody>
      </p:sp>
      <p:pic>
        <p:nvPicPr>
          <p:cNvPr id="2" name="Picture 1">
            <a:extLst>
              <a:ext uri="{FF2B5EF4-FFF2-40B4-BE49-F238E27FC236}">
                <a16:creationId xmlns:a16="http://schemas.microsoft.com/office/drawing/2014/main" id="{2B4F5A91-1A39-FB41-6822-6550FE7FC8DF}"/>
              </a:ext>
            </a:extLst>
          </p:cNvPr>
          <p:cNvPicPr>
            <a:picLocks noChangeAspect="1"/>
          </p:cNvPicPr>
          <p:nvPr/>
        </p:nvPicPr>
        <p:blipFill>
          <a:blip r:embed="rId2"/>
          <a:srcRect l="27077" t="27318" r="16461" b="28402"/>
          <a:stretch>
            <a:fillRect/>
          </a:stretch>
        </p:blipFill>
        <p:spPr>
          <a:xfrm>
            <a:off x="3830320" y="3320571"/>
            <a:ext cx="4531360" cy="2804161"/>
          </a:xfrm>
          <a:prstGeom prst="rect">
            <a:avLst/>
          </a:prstGeom>
        </p:spPr>
      </p:pic>
    </p:spTree>
    <p:extLst>
      <p:ext uri="{BB962C8B-B14F-4D97-AF65-F5344CB8AC3E}">
        <p14:creationId xmlns:p14="http://schemas.microsoft.com/office/powerpoint/2010/main" val="1746337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D7E87-3EC5-758E-5DA9-A5F920A7D963}"/>
              </a:ext>
            </a:extLst>
          </p:cNvPr>
          <p:cNvSpPr>
            <a:spLocks noGrp="1"/>
          </p:cNvSpPr>
          <p:nvPr>
            <p:ph type="title"/>
          </p:nvPr>
        </p:nvSpPr>
        <p:spPr/>
        <p:txBody>
          <a:bodyPr>
            <a:noAutofit/>
          </a:bodyPr>
          <a:lstStyle/>
          <a:p>
            <a:r>
              <a:rPr lang="vi-VN" sz="3200"/>
              <a:t>Phần 2: Xây dựng dữ liệu và thực nghiệm mô hình</a:t>
            </a:r>
            <a:br>
              <a:rPr lang="vi-VN" sz="3200"/>
            </a:br>
            <a:endParaRPr lang="vi-VN" sz="3200"/>
          </a:p>
        </p:txBody>
      </p:sp>
      <p:sp>
        <p:nvSpPr>
          <p:cNvPr id="3" name="Text Placeholder 2">
            <a:extLst>
              <a:ext uri="{FF2B5EF4-FFF2-40B4-BE49-F238E27FC236}">
                <a16:creationId xmlns:a16="http://schemas.microsoft.com/office/drawing/2014/main" id="{3A6D2535-F684-360D-F071-AC0EE1D1E03A}"/>
              </a:ext>
            </a:extLst>
          </p:cNvPr>
          <p:cNvSpPr>
            <a:spLocks noGrp="1"/>
          </p:cNvSpPr>
          <p:nvPr>
            <p:ph type="body" idx="1"/>
          </p:nvPr>
        </p:nvSpPr>
        <p:spPr>
          <a:xfrm>
            <a:off x="838200" y="2238959"/>
            <a:ext cx="10515600" cy="3775761"/>
          </a:xfrm>
        </p:spPr>
        <p:txBody>
          <a:bodyPr/>
          <a:lstStyle/>
          <a:p>
            <a:pPr marL="457200" marR="0" lvl="0" indent="-228600" algn="just" defTabSz="914400" rtl="0" eaLnBrk="1" fontAlgn="auto" latinLnBrk="0" hangingPunct="1">
              <a:lnSpc>
                <a:spcPct val="150000"/>
              </a:lnSpc>
              <a:spcBef>
                <a:spcPts val="1200"/>
              </a:spcBef>
              <a:spcAft>
                <a:spcPts val="0"/>
              </a:spcAft>
              <a:buClr>
                <a:srgbClr val="000000"/>
              </a:buClr>
              <a:buSzPts val="2400"/>
              <a:buFont typeface="Arial"/>
              <a:buNone/>
              <a:tabLst/>
              <a:defRPr/>
            </a:pPr>
            <a:r>
              <a:rPr kumimoji="0" lang="vi-VN" sz="2400" b="1" i="0" u="none" strike="noStrike" kern="0" cap="none" spc="0" normalizeH="0" baseline="0" noProof="0">
                <a:ln>
                  <a:noFill/>
                </a:ln>
                <a:solidFill>
                  <a:srgbClr val="000000"/>
                </a:solidFill>
                <a:effectLst/>
                <a:uLnTx/>
                <a:uFillTx/>
                <a:latin typeface="Times New Roman" panose="02020603050405020304" pitchFamily="18" charset="0"/>
                <a:cs typeface="Readex Pro"/>
                <a:sym typeface="Readex Pro"/>
              </a:rPr>
              <a:t>Công cụ: </a:t>
            </a:r>
            <a:r>
              <a:rPr kumimoji="0" lang="vi-VN" sz="2400" b="0" i="0" u="none" strike="noStrike" kern="0" cap="none" spc="0" normalizeH="0" baseline="0" noProof="0">
                <a:ln>
                  <a:noFill/>
                </a:ln>
                <a:solidFill>
                  <a:srgbClr val="000000"/>
                </a:solidFill>
                <a:effectLst/>
                <a:uLnTx/>
                <a:uFillTx/>
                <a:latin typeface="Times New Roman" panose="02020603050405020304" pitchFamily="18" charset="0"/>
                <a:cs typeface="Readex Pro"/>
                <a:sym typeface="Readex Pro"/>
              </a:rPr>
              <a:t>Gáng nhãn thủ công nhãn “Bien_hieu” bằng LabelImg.</a:t>
            </a:r>
          </a:p>
          <a:p>
            <a:pPr marL="457200" marR="0" lvl="0" indent="-228600" algn="just" defTabSz="914400" rtl="0" eaLnBrk="1" fontAlgn="auto" latinLnBrk="0" hangingPunct="1">
              <a:lnSpc>
                <a:spcPct val="150000"/>
              </a:lnSpc>
              <a:spcBef>
                <a:spcPts val="1200"/>
              </a:spcBef>
              <a:spcAft>
                <a:spcPts val="0"/>
              </a:spcAft>
              <a:buClr>
                <a:srgbClr val="000000"/>
              </a:buClr>
              <a:buSzPts val="2400"/>
              <a:buFont typeface="Arial"/>
              <a:buNone/>
              <a:tabLst/>
              <a:defRPr/>
            </a:pPr>
            <a:r>
              <a:rPr kumimoji="0" lang="vi-VN" sz="2400" b="1" i="0" u="none" strike="noStrike" kern="0" cap="none" spc="0" normalizeH="0" baseline="0" noProof="0">
                <a:ln>
                  <a:noFill/>
                </a:ln>
                <a:solidFill>
                  <a:srgbClr val="000000"/>
                </a:solidFill>
                <a:effectLst/>
                <a:uLnTx/>
                <a:uFillTx/>
                <a:latin typeface="Times New Roman" panose="02020603050405020304" pitchFamily="18" charset="0"/>
                <a:cs typeface="Readex Pro"/>
                <a:sym typeface="Readex Pro"/>
              </a:rPr>
              <a:t>Chiến lược gáng nhãn: </a:t>
            </a:r>
            <a:r>
              <a:rPr kumimoji="0" lang="vi-VN" sz="2400" b="0" i="0" u="none" strike="noStrike" kern="0" cap="none" spc="0" normalizeH="0" baseline="0" noProof="0">
                <a:ln>
                  <a:noFill/>
                </a:ln>
                <a:solidFill>
                  <a:srgbClr val="000000"/>
                </a:solidFill>
                <a:effectLst/>
                <a:uLnTx/>
                <a:uFillTx/>
                <a:latin typeface="Times New Roman" panose="02020603050405020304" pitchFamily="18" charset="0"/>
                <a:cs typeface="Readex Pro"/>
                <a:sym typeface="Readex Pro"/>
              </a:rPr>
              <a:t>bỏ qua các biển hiệu bị che khuất, nhỏ,...</a:t>
            </a:r>
          </a:p>
          <a:p>
            <a:endParaRPr lang="vi-VN" b="1">
              <a:latin typeface="+mj-lt"/>
            </a:endParaRPr>
          </a:p>
        </p:txBody>
      </p:sp>
      <p:sp>
        <p:nvSpPr>
          <p:cNvPr id="6" name="TextBox 5">
            <a:extLst>
              <a:ext uri="{FF2B5EF4-FFF2-40B4-BE49-F238E27FC236}">
                <a16:creationId xmlns:a16="http://schemas.microsoft.com/office/drawing/2014/main" id="{4B1EAA8A-515E-7B1B-C5C9-44162090AD95}"/>
              </a:ext>
            </a:extLst>
          </p:cNvPr>
          <p:cNvSpPr txBox="1"/>
          <p:nvPr/>
        </p:nvSpPr>
        <p:spPr>
          <a:xfrm>
            <a:off x="574040" y="1369704"/>
            <a:ext cx="10515600" cy="584775"/>
          </a:xfrm>
          <a:prstGeom prst="rect">
            <a:avLst/>
          </a:prstGeom>
          <a:noFill/>
        </p:spPr>
        <p:txBody>
          <a:bodyPr wrap="square" rtlCol="0">
            <a:spAutoFit/>
          </a:bodyPr>
          <a:lstStyle/>
          <a:p>
            <a:pPr marL="457200" marR="0" lvl="0" indent="-228600" algn="just" defTabSz="914400" rtl="0" eaLnBrk="1" fontAlgn="auto" latinLnBrk="0" hangingPunct="1">
              <a:lnSpc>
                <a:spcPct val="100000"/>
              </a:lnSpc>
              <a:spcBef>
                <a:spcPts val="1200"/>
              </a:spcBef>
              <a:spcAft>
                <a:spcPts val="0"/>
              </a:spcAft>
              <a:buClr>
                <a:srgbClr val="000000"/>
              </a:buClr>
              <a:buSzPts val="2400"/>
              <a:buFont typeface="Arial"/>
              <a:buNone/>
              <a:tabLst/>
              <a:defRPr/>
            </a:pPr>
            <a:r>
              <a:rPr kumimoji="0" lang="vi-VN" sz="3200" b="1" i="0" u="none" strike="noStrike" kern="0" cap="none" spc="0" normalizeH="0" baseline="0" noProof="0">
                <a:ln>
                  <a:noFill/>
                </a:ln>
                <a:solidFill>
                  <a:srgbClr val="000000"/>
                </a:solidFill>
                <a:effectLst/>
                <a:uLnTx/>
                <a:uFillTx/>
                <a:latin typeface="Times New Roman" panose="02020603050405020304" pitchFamily="18" charset="0"/>
                <a:cs typeface="Readex Pro"/>
                <a:sym typeface="Readex Pro"/>
              </a:rPr>
              <a:t>Mô hình nhận dạng biển hiệu (YOLOv8)</a:t>
            </a:r>
          </a:p>
        </p:txBody>
      </p:sp>
    </p:spTree>
    <p:extLst>
      <p:ext uri="{BB962C8B-B14F-4D97-AF65-F5344CB8AC3E}">
        <p14:creationId xmlns:p14="http://schemas.microsoft.com/office/powerpoint/2010/main" val="204537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3142A-F162-73ED-2093-A60C1D1B12ED}"/>
              </a:ext>
            </a:extLst>
          </p:cNvPr>
          <p:cNvSpPr>
            <a:spLocks noGrp="1"/>
          </p:cNvSpPr>
          <p:nvPr>
            <p:ph type="title"/>
          </p:nvPr>
        </p:nvSpPr>
        <p:spPr/>
        <p:txBody>
          <a:bodyPr/>
          <a:lstStyle/>
          <a:p>
            <a:r>
              <a:rPr lang="vi-VN"/>
              <a:t>Hình ảnh minh họa quá trình gáng nhãn</a:t>
            </a:r>
          </a:p>
        </p:txBody>
      </p:sp>
      <p:pic>
        <p:nvPicPr>
          <p:cNvPr id="5" name="Picture 4">
            <a:extLst>
              <a:ext uri="{FF2B5EF4-FFF2-40B4-BE49-F238E27FC236}">
                <a16:creationId xmlns:a16="http://schemas.microsoft.com/office/drawing/2014/main" id="{F916FD2A-C562-A712-9746-54EEAF6DC6C8}"/>
              </a:ext>
            </a:extLst>
          </p:cNvPr>
          <p:cNvPicPr>
            <a:picLocks noChangeAspect="1"/>
          </p:cNvPicPr>
          <p:nvPr/>
        </p:nvPicPr>
        <p:blipFill>
          <a:blip r:embed="rId2"/>
          <a:stretch>
            <a:fillRect/>
          </a:stretch>
        </p:blipFill>
        <p:spPr>
          <a:xfrm>
            <a:off x="1806188" y="1477568"/>
            <a:ext cx="8579624" cy="4563277"/>
          </a:xfrm>
          <a:prstGeom prst="rect">
            <a:avLst/>
          </a:prstGeom>
        </p:spPr>
      </p:pic>
    </p:spTree>
    <p:extLst>
      <p:ext uri="{BB962C8B-B14F-4D97-AF65-F5344CB8AC3E}">
        <p14:creationId xmlns:p14="http://schemas.microsoft.com/office/powerpoint/2010/main" val="1285293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D2A1E-0097-9E77-5137-39359E482482}"/>
              </a:ext>
            </a:extLst>
          </p:cNvPr>
          <p:cNvSpPr>
            <a:spLocks noGrp="1"/>
          </p:cNvSpPr>
          <p:nvPr>
            <p:ph type="title"/>
          </p:nvPr>
        </p:nvSpPr>
        <p:spPr/>
        <p:txBody>
          <a:bodyPr/>
          <a:lstStyle/>
          <a:p>
            <a:r>
              <a:rPr lang="vi-VN"/>
              <a:t>Chuẩn bị dữ liệu và kịch bản huấn luyện YOLOv8</a:t>
            </a:r>
          </a:p>
        </p:txBody>
      </p:sp>
      <p:sp>
        <p:nvSpPr>
          <p:cNvPr id="3" name="Text Placeholder 2">
            <a:extLst>
              <a:ext uri="{FF2B5EF4-FFF2-40B4-BE49-F238E27FC236}">
                <a16:creationId xmlns:a16="http://schemas.microsoft.com/office/drawing/2014/main" id="{F81AAEE9-D4BA-71DF-3D8C-312BCA1D3EDA}"/>
              </a:ext>
            </a:extLst>
          </p:cNvPr>
          <p:cNvSpPr>
            <a:spLocks noGrp="1"/>
          </p:cNvSpPr>
          <p:nvPr>
            <p:ph type="body" idx="1"/>
          </p:nvPr>
        </p:nvSpPr>
        <p:spPr>
          <a:xfrm>
            <a:off x="838200" y="1253330"/>
            <a:ext cx="10515600" cy="5086509"/>
          </a:xfrm>
        </p:spPr>
        <p:txBody>
          <a:bodyPr>
            <a:normAutofit lnSpcReduction="10000"/>
          </a:bodyPr>
          <a:lstStyle/>
          <a:p>
            <a:pPr>
              <a:lnSpc>
                <a:spcPct val="150000"/>
              </a:lnSpc>
            </a:pPr>
            <a:r>
              <a:rPr lang="vi-VN" b="1">
                <a:latin typeface="+mj-lt"/>
              </a:rPr>
              <a:t>Chia dữ liệu: </a:t>
            </a:r>
            <a:r>
              <a:rPr lang="vi-VN">
                <a:latin typeface="+mj-lt"/>
              </a:rPr>
              <a:t>Tỷ lệ 80/10/10% (Train / Validation / Test).</a:t>
            </a:r>
          </a:p>
          <a:p>
            <a:pPr>
              <a:lnSpc>
                <a:spcPct val="150000"/>
              </a:lnSpc>
            </a:pPr>
            <a:r>
              <a:rPr lang="vi-VN" b="1">
                <a:latin typeface="+mj-lt"/>
              </a:rPr>
              <a:t>Cấu hình huấn luyện: </a:t>
            </a:r>
          </a:p>
          <a:p>
            <a:pPr marL="1028700" lvl="1" indent="-342900">
              <a:lnSpc>
                <a:spcPct val="150000"/>
              </a:lnSpc>
              <a:buFont typeface="Arial" panose="020B0604020202020204" pitchFamily="34" charset="0"/>
              <a:buChar char="•"/>
            </a:pPr>
            <a:r>
              <a:rPr lang="vi-VN">
                <a:latin typeface="+mj-lt"/>
              </a:rPr>
              <a:t>Sử dụng các phiên bản: Nano, Small và Medium.</a:t>
            </a:r>
          </a:p>
          <a:p>
            <a:pPr marL="1028700" lvl="1" indent="-342900">
              <a:lnSpc>
                <a:spcPct val="150000"/>
              </a:lnSpc>
              <a:buFont typeface="Arial" panose="020B0604020202020204" pitchFamily="34" charset="0"/>
              <a:buChar char="•"/>
            </a:pPr>
            <a:r>
              <a:rPr lang="vi-VN">
                <a:latin typeface="+mj-lt"/>
              </a:rPr>
              <a:t>Số vòng lặp: 50 epochs.</a:t>
            </a:r>
          </a:p>
          <a:p>
            <a:pPr marL="1028700" lvl="1" indent="-342900">
              <a:lnSpc>
                <a:spcPct val="150000"/>
              </a:lnSpc>
              <a:buFont typeface="Arial" panose="020B0604020202020204" pitchFamily="34" charset="0"/>
              <a:buChar char="•"/>
            </a:pPr>
            <a:r>
              <a:rPr lang="vi-VN">
                <a:latin typeface="+mj-lt"/>
              </a:rPr>
              <a:t>Kích thước đầu vào: 640px và 1056px.</a:t>
            </a:r>
          </a:p>
          <a:p>
            <a:pPr>
              <a:lnSpc>
                <a:spcPct val="150000"/>
              </a:lnSpc>
            </a:pPr>
            <a:r>
              <a:rPr lang="vi-VN" b="1">
                <a:latin typeface="+mj-lt"/>
              </a:rPr>
              <a:t>Cơ chế tối ưu (Callbacks): </a:t>
            </a:r>
          </a:p>
          <a:p>
            <a:pPr marL="1028700" lvl="1" indent="-342900">
              <a:lnSpc>
                <a:spcPct val="150000"/>
              </a:lnSpc>
              <a:buFont typeface="Arial" panose="020B0604020202020204" pitchFamily="34" charset="0"/>
              <a:buChar char="•"/>
            </a:pPr>
            <a:r>
              <a:rPr lang="vi-VN">
                <a:latin typeface="+mj-lt"/>
              </a:rPr>
              <a:t>Dừng sớm (Early Stopping): Patience = 10 </a:t>
            </a:r>
          </a:p>
          <a:p>
            <a:pPr marL="1028700" lvl="1" indent="-342900">
              <a:lnSpc>
                <a:spcPct val="150000"/>
              </a:lnSpc>
              <a:buFont typeface="Arial" panose="020B0604020202020204" pitchFamily="34" charset="0"/>
              <a:buChar char="•"/>
            </a:pPr>
            <a:r>
              <a:rPr lang="vi-VN">
                <a:latin typeface="+mj-lt"/>
              </a:rPr>
              <a:t>Lưu mô hình tốt nhất.</a:t>
            </a:r>
          </a:p>
        </p:txBody>
      </p:sp>
    </p:spTree>
    <p:extLst>
      <p:ext uri="{BB962C8B-B14F-4D97-AF65-F5344CB8AC3E}">
        <p14:creationId xmlns:p14="http://schemas.microsoft.com/office/powerpoint/2010/main" val="942874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9ED37-EB0E-38DB-F6AC-58801B8F1465}"/>
              </a:ext>
            </a:extLst>
          </p:cNvPr>
          <p:cNvSpPr>
            <a:spLocks noGrp="1"/>
          </p:cNvSpPr>
          <p:nvPr>
            <p:ph type="title"/>
          </p:nvPr>
        </p:nvSpPr>
        <p:spPr/>
        <p:txBody>
          <a:bodyPr/>
          <a:lstStyle/>
          <a:p>
            <a:r>
              <a:rPr lang="vi-VN"/>
              <a:t>Kết quả thực nghiệm của 6 kịch bản huấn luyện</a:t>
            </a:r>
          </a:p>
        </p:txBody>
      </p:sp>
      <p:graphicFrame>
        <p:nvGraphicFramePr>
          <p:cNvPr id="4" name="Table 3">
            <a:extLst>
              <a:ext uri="{FF2B5EF4-FFF2-40B4-BE49-F238E27FC236}">
                <a16:creationId xmlns:a16="http://schemas.microsoft.com/office/drawing/2014/main" id="{87268CB1-BB0D-AF09-703C-F09E5DD80EDC}"/>
              </a:ext>
            </a:extLst>
          </p:cNvPr>
          <p:cNvGraphicFramePr>
            <a:graphicFrameLocks noGrp="1"/>
          </p:cNvGraphicFramePr>
          <p:nvPr>
            <p:extLst>
              <p:ext uri="{D42A27DB-BD31-4B8C-83A1-F6EECF244321}">
                <p14:modId xmlns:p14="http://schemas.microsoft.com/office/powerpoint/2010/main" val="148438403"/>
              </p:ext>
            </p:extLst>
          </p:nvPr>
        </p:nvGraphicFramePr>
        <p:xfrm>
          <a:off x="838200" y="1696720"/>
          <a:ext cx="10337801" cy="4234852"/>
        </p:xfrm>
        <a:graphic>
          <a:graphicData uri="http://schemas.openxmlformats.org/drawingml/2006/table">
            <a:tbl>
              <a:tblPr firstRow="1" firstCol="1" bandRow="1">
                <a:tableStyleId>{BDBED569-4797-4DF1-A0F4-6AAB3CD982D8}</a:tableStyleId>
              </a:tblPr>
              <a:tblGrid>
                <a:gridCol w="1462038">
                  <a:extLst>
                    <a:ext uri="{9D8B030D-6E8A-4147-A177-3AD203B41FA5}">
                      <a16:colId xmlns:a16="http://schemas.microsoft.com/office/drawing/2014/main" val="3608593885"/>
                    </a:ext>
                  </a:extLst>
                </a:gridCol>
                <a:gridCol w="1321503">
                  <a:extLst>
                    <a:ext uri="{9D8B030D-6E8A-4147-A177-3AD203B41FA5}">
                      <a16:colId xmlns:a16="http://schemas.microsoft.com/office/drawing/2014/main" val="2378371786"/>
                    </a:ext>
                  </a:extLst>
                </a:gridCol>
                <a:gridCol w="1057835">
                  <a:extLst>
                    <a:ext uri="{9D8B030D-6E8A-4147-A177-3AD203B41FA5}">
                      <a16:colId xmlns:a16="http://schemas.microsoft.com/office/drawing/2014/main" val="3861935390"/>
                    </a:ext>
                  </a:extLst>
                </a:gridCol>
                <a:gridCol w="1039906">
                  <a:extLst>
                    <a:ext uri="{9D8B030D-6E8A-4147-A177-3AD203B41FA5}">
                      <a16:colId xmlns:a16="http://schemas.microsoft.com/office/drawing/2014/main" val="3672609297"/>
                    </a:ext>
                  </a:extLst>
                </a:gridCol>
                <a:gridCol w="982978">
                  <a:extLst>
                    <a:ext uri="{9D8B030D-6E8A-4147-A177-3AD203B41FA5}">
                      <a16:colId xmlns:a16="http://schemas.microsoft.com/office/drawing/2014/main" val="2359844398"/>
                    </a:ext>
                  </a:extLst>
                </a:gridCol>
                <a:gridCol w="1049079">
                  <a:extLst>
                    <a:ext uri="{9D8B030D-6E8A-4147-A177-3AD203B41FA5}">
                      <a16:colId xmlns:a16="http://schemas.microsoft.com/office/drawing/2014/main" val="1759606947"/>
                    </a:ext>
                  </a:extLst>
                </a:gridCol>
                <a:gridCol w="978911">
                  <a:extLst>
                    <a:ext uri="{9D8B030D-6E8A-4147-A177-3AD203B41FA5}">
                      <a16:colId xmlns:a16="http://schemas.microsoft.com/office/drawing/2014/main" val="426880553"/>
                    </a:ext>
                  </a:extLst>
                </a:gridCol>
                <a:gridCol w="1083588">
                  <a:extLst>
                    <a:ext uri="{9D8B030D-6E8A-4147-A177-3AD203B41FA5}">
                      <a16:colId xmlns:a16="http://schemas.microsoft.com/office/drawing/2014/main" val="3114545185"/>
                    </a:ext>
                  </a:extLst>
                </a:gridCol>
                <a:gridCol w="1361963">
                  <a:extLst>
                    <a:ext uri="{9D8B030D-6E8A-4147-A177-3AD203B41FA5}">
                      <a16:colId xmlns:a16="http://schemas.microsoft.com/office/drawing/2014/main" val="662647348"/>
                    </a:ext>
                  </a:extLst>
                </a:gridCol>
              </a:tblGrid>
              <a:tr h="1042378">
                <a:tc>
                  <a:txBody>
                    <a:bodyPr/>
                    <a:lstStyle/>
                    <a:p>
                      <a:pPr algn="ctr">
                        <a:lnSpc>
                          <a:spcPct val="120000"/>
                        </a:lnSpc>
                        <a:buNone/>
                      </a:pPr>
                      <a:r>
                        <a:rPr lang="vi-VN" sz="1600">
                          <a:effectLst/>
                        </a:rPr>
                        <a:t>Version</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Input Size</a:t>
                      </a:r>
                    </a:p>
                    <a:p>
                      <a:pPr algn="ctr">
                        <a:lnSpc>
                          <a:spcPct val="120000"/>
                        </a:lnSpc>
                        <a:buNone/>
                      </a:pPr>
                      <a:r>
                        <a:rPr lang="vi-VN" sz="1600">
                          <a:effectLst/>
                        </a:rPr>
                        <a:t>(px)</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Epochs</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Train Box Loss</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Val Box Loss</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Precision</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Recall</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mAP50</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mAP50-95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194818417"/>
                  </a:ext>
                </a:extLst>
              </a:tr>
              <a:tr h="532079">
                <a:tc>
                  <a:txBody>
                    <a:bodyPr/>
                    <a:lstStyle/>
                    <a:p>
                      <a:pPr algn="ctr">
                        <a:lnSpc>
                          <a:spcPct val="120000"/>
                        </a:lnSpc>
                        <a:buNone/>
                      </a:pPr>
                      <a:r>
                        <a:rPr lang="vi-VN" sz="1600">
                          <a:effectLst/>
                        </a:rPr>
                        <a:t>YOLOv8n</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640x640</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22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0.608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0.711</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0.852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0.771</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0.875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0.704</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2687338235"/>
                  </a:ext>
                </a:extLst>
              </a:tr>
              <a:tr h="532079">
                <a:tc>
                  <a:txBody>
                    <a:bodyPr/>
                    <a:lstStyle/>
                    <a:p>
                      <a:pPr algn="ctr">
                        <a:lnSpc>
                          <a:spcPct val="120000"/>
                        </a:lnSpc>
                        <a:buNone/>
                      </a:pPr>
                      <a:r>
                        <a:rPr lang="vi-VN" sz="1600">
                          <a:effectLst/>
                        </a:rPr>
                        <a:t>YOLOv8n</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1056x1056</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38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0.528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0.744</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0.855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0.792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0.861</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0.682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4152516504"/>
                  </a:ext>
                </a:extLst>
              </a:tr>
              <a:tr h="532079">
                <a:tc>
                  <a:txBody>
                    <a:bodyPr/>
                    <a:lstStyle/>
                    <a:p>
                      <a:pPr algn="ctr">
                        <a:lnSpc>
                          <a:spcPct val="120000"/>
                        </a:lnSpc>
                        <a:buNone/>
                      </a:pPr>
                      <a:r>
                        <a:rPr lang="vi-VN" sz="1600">
                          <a:effectLst/>
                        </a:rPr>
                        <a:t>YOLOv8s</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640x640</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30</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0.482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0.758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0.865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0.795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0.880</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0.712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1626142031"/>
                  </a:ext>
                </a:extLst>
              </a:tr>
              <a:tr h="532079">
                <a:tc>
                  <a:txBody>
                    <a:bodyPr/>
                    <a:lstStyle/>
                    <a:p>
                      <a:pPr algn="ctr">
                        <a:lnSpc>
                          <a:spcPct val="120000"/>
                        </a:lnSpc>
                        <a:buNone/>
                      </a:pPr>
                      <a:r>
                        <a:rPr lang="vi-VN" sz="1600">
                          <a:effectLst/>
                        </a:rPr>
                        <a:t>YOLOv8s</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1056x1056</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35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0.441</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0.763</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0.812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0.858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0.872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0.685</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584804473"/>
                  </a:ext>
                </a:extLst>
              </a:tr>
              <a:tr h="532079">
                <a:tc>
                  <a:txBody>
                    <a:bodyPr/>
                    <a:lstStyle/>
                    <a:p>
                      <a:pPr algn="ctr">
                        <a:lnSpc>
                          <a:spcPct val="120000"/>
                        </a:lnSpc>
                        <a:buNone/>
                      </a:pPr>
                      <a:r>
                        <a:rPr lang="vi-VN" sz="1600">
                          <a:effectLst/>
                        </a:rPr>
                        <a:t>YOLOv8m</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640x640</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28</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0.440</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0.653</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0.855</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0.824</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0.867</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b="1">
                          <a:effectLst/>
                        </a:rPr>
                        <a:t>0.738</a:t>
                      </a:r>
                      <a:endParaRPr lang="vi-VN" sz="1600" b="1">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650371287"/>
                  </a:ext>
                </a:extLst>
              </a:tr>
              <a:tr h="532079">
                <a:tc>
                  <a:txBody>
                    <a:bodyPr/>
                    <a:lstStyle/>
                    <a:p>
                      <a:pPr algn="ctr">
                        <a:lnSpc>
                          <a:spcPct val="120000"/>
                        </a:lnSpc>
                        <a:buNone/>
                      </a:pPr>
                      <a:r>
                        <a:rPr lang="vi-VN" sz="1600">
                          <a:effectLst/>
                        </a:rPr>
                        <a:t>YOLOv8m</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1056x1056</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28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0.452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0.729</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0.858</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0.819</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0.882</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tc>
                  <a:txBody>
                    <a:bodyPr/>
                    <a:lstStyle/>
                    <a:p>
                      <a:pPr algn="ctr">
                        <a:lnSpc>
                          <a:spcPct val="120000"/>
                        </a:lnSpc>
                        <a:buNone/>
                      </a:pPr>
                      <a:r>
                        <a:rPr lang="vi-VN" sz="1600">
                          <a:effectLst/>
                        </a:rPr>
                        <a:t>0.726</a:t>
                      </a:r>
                      <a:endParaRPr lang="vi-VN" sz="1600">
                        <a:effectLst/>
                        <a:latin typeface="Times New Roman" panose="02020603050405020304" pitchFamily="18" charset="0"/>
                        <a:ea typeface="Times New Roman" panose="02020603050405020304" pitchFamily="18" charset="0"/>
                      </a:endParaRPr>
                    </a:p>
                  </a:txBody>
                  <a:tcPr marL="28575" marR="28575" marT="19050" marB="19050" anchor="ctr"/>
                </a:tc>
                <a:extLst>
                  <a:ext uri="{0D108BD9-81ED-4DB2-BD59-A6C34878D82A}">
                    <a16:rowId xmlns:a16="http://schemas.microsoft.com/office/drawing/2014/main" val="2999701227"/>
                  </a:ext>
                </a:extLst>
              </a:tr>
            </a:tbl>
          </a:graphicData>
        </a:graphic>
      </p:graphicFrame>
    </p:spTree>
    <p:extLst>
      <p:ext uri="{BB962C8B-B14F-4D97-AF65-F5344CB8AC3E}">
        <p14:creationId xmlns:p14="http://schemas.microsoft.com/office/powerpoint/2010/main" val="3893297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84BD5-A7DE-6B08-FDCD-B03EBDC426B9}"/>
              </a:ext>
            </a:extLst>
          </p:cNvPr>
          <p:cNvSpPr>
            <a:spLocks noGrp="1"/>
          </p:cNvSpPr>
          <p:nvPr>
            <p:ph type="title"/>
          </p:nvPr>
        </p:nvSpPr>
        <p:spPr/>
        <p:txBody>
          <a:bodyPr/>
          <a:lstStyle/>
          <a:p>
            <a:r>
              <a:rPr lang="fr-FR"/>
              <a:t>Ma trận nhầm lẫn (Confusion Matrix)</a:t>
            </a:r>
            <a:endParaRPr lang="vi-VN"/>
          </a:p>
        </p:txBody>
      </p:sp>
      <p:pic>
        <p:nvPicPr>
          <p:cNvPr id="5" name="Picture 4">
            <a:extLst>
              <a:ext uri="{FF2B5EF4-FFF2-40B4-BE49-F238E27FC236}">
                <a16:creationId xmlns:a16="http://schemas.microsoft.com/office/drawing/2014/main" id="{D79A097F-CAD6-6D6A-0DE3-DC02D90DA113}"/>
              </a:ext>
            </a:extLst>
          </p:cNvPr>
          <p:cNvPicPr>
            <a:picLocks noChangeAspect="1"/>
          </p:cNvPicPr>
          <p:nvPr/>
        </p:nvPicPr>
        <p:blipFill>
          <a:blip r:embed="rId3"/>
          <a:stretch>
            <a:fillRect/>
          </a:stretch>
        </p:blipFill>
        <p:spPr>
          <a:xfrm>
            <a:off x="2676986" y="1375968"/>
            <a:ext cx="6838027" cy="4875660"/>
          </a:xfrm>
          <a:prstGeom prst="rect">
            <a:avLst/>
          </a:prstGeom>
        </p:spPr>
      </p:pic>
    </p:spTree>
    <p:extLst>
      <p:ext uri="{BB962C8B-B14F-4D97-AF65-F5344CB8AC3E}">
        <p14:creationId xmlns:p14="http://schemas.microsoft.com/office/powerpoint/2010/main" val="2393479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96595-0802-20DE-E204-279207F141F0}"/>
              </a:ext>
            </a:extLst>
          </p:cNvPr>
          <p:cNvSpPr>
            <a:spLocks noGrp="1"/>
          </p:cNvSpPr>
          <p:nvPr>
            <p:ph type="title"/>
          </p:nvPr>
        </p:nvSpPr>
        <p:spPr/>
        <p:txBody>
          <a:bodyPr/>
          <a:lstStyle/>
          <a:p>
            <a:r>
              <a:rPr lang="vi-VN"/>
              <a:t>Kết quả thực nghiệm trên tập test</a:t>
            </a:r>
          </a:p>
        </p:txBody>
      </p:sp>
      <p:pic>
        <p:nvPicPr>
          <p:cNvPr id="4" name="Picture 3">
            <a:extLst>
              <a:ext uri="{FF2B5EF4-FFF2-40B4-BE49-F238E27FC236}">
                <a16:creationId xmlns:a16="http://schemas.microsoft.com/office/drawing/2014/main" id="{98C1BAB8-4EAD-5C74-C3CC-EA463AF1B0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84400" y="1124680"/>
            <a:ext cx="7823200" cy="5261179"/>
          </a:xfrm>
          <a:prstGeom prst="rect">
            <a:avLst/>
          </a:prstGeom>
        </p:spPr>
      </p:pic>
    </p:spTree>
    <p:extLst>
      <p:ext uri="{BB962C8B-B14F-4D97-AF65-F5344CB8AC3E}">
        <p14:creationId xmlns:p14="http://schemas.microsoft.com/office/powerpoint/2010/main" val="353772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AF6F-34BC-936E-C487-38500D04DFA7}"/>
              </a:ext>
            </a:extLst>
          </p:cNvPr>
          <p:cNvSpPr>
            <a:spLocks noGrp="1"/>
          </p:cNvSpPr>
          <p:nvPr>
            <p:ph type="title"/>
          </p:nvPr>
        </p:nvSpPr>
        <p:spPr/>
        <p:txBody>
          <a:bodyPr/>
          <a:lstStyle/>
          <a:p>
            <a:r>
              <a:rPr lang="vi-VN"/>
              <a:t>Phần 2: So sánh thuật toán phát hiện vùng chữ (Text Detection)</a:t>
            </a:r>
          </a:p>
        </p:txBody>
      </p:sp>
      <p:sp>
        <p:nvSpPr>
          <p:cNvPr id="5" name="Text Placeholder 4">
            <a:extLst>
              <a:ext uri="{FF2B5EF4-FFF2-40B4-BE49-F238E27FC236}">
                <a16:creationId xmlns:a16="http://schemas.microsoft.com/office/drawing/2014/main" id="{55927F3A-03FB-E299-EF34-74166EE2AADA}"/>
              </a:ext>
            </a:extLst>
          </p:cNvPr>
          <p:cNvSpPr>
            <a:spLocks noGrp="1"/>
          </p:cNvSpPr>
          <p:nvPr>
            <p:ph type="body" idx="1"/>
          </p:nvPr>
        </p:nvSpPr>
        <p:spPr>
          <a:xfrm>
            <a:off x="838200" y="1477568"/>
            <a:ext cx="10977880" cy="4943552"/>
          </a:xfrm>
        </p:spPr>
        <p:txBody>
          <a:bodyPr>
            <a:noAutofit/>
          </a:bodyPr>
          <a:lstStyle/>
          <a:p>
            <a:pPr>
              <a:lnSpc>
                <a:spcPct val="150000"/>
              </a:lnSpc>
            </a:pPr>
            <a:r>
              <a:rPr lang="vi-VN" b="1">
                <a:latin typeface="+mj-lt"/>
              </a:rPr>
              <a:t>Tốc độ xử lý (Thời gian trung bình):</a:t>
            </a:r>
          </a:p>
          <a:p>
            <a:pPr marL="1028700" lvl="1" indent="-342900">
              <a:lnSpc>
                <a:spcPct val="150000"/>
              </a:lnSpc>
              <a:buFont typeface="Arial" panose="020B0604020202020204" pitchFamily="34" charset="0"/>
              <a:buChar char="•"/>
            </a:pPr>
            <a:r>
              <a:rPr lang="vi-VN">
                <a:latin typeface="+mj-lt"/>
              </a:rPr>
              <a:t>CRAFT (EasyOCR): 5s cho một biển hiệu.</a:t>
            </a:r>
          </a:p>
          <a:p>
            <a:pPr marL="1028700" lvl="1" indent="-342900">
              <a:lnSpc>
                <a:spcPct val="150000"/>
              </a:lnSpc>
              <a:buFont typeface="Arial" panose="020B0604020202020204" pitchFamily="34" charset="0"/>
              <a:buChar char="•"/>
            </a:pPr>
            <a:r>
              <a:rPr lang="vi-VN">
                <a:latin typeface="+mj-lt"/>
              </a:rPr>
              <a:t>DBNet (PaddleOCR): 0.18s cho một biển hiệu.</a:t>
            </a:r>
          </a:p>
          <a:p>
            <a:pPr>
              <a:lnSpc>
                <a:spcPct val="150000"/>
              </a:lnSpc>
            </a:pPr>
            <a:r>
              <a:rPr lang="vi-VN" b="1">
                <a:latin typeface="+mj-lt"/>
              </a:rPr>
              <a:t>Chất lượng khoanh vùng:</a:t>
            </a:r>
          </a:p>
          <a:p>
            <a:pPr marL="1028700" lvl="1" indent="-342900">
              <a:lnSpc>
                <a:spcPct val="150000"/>
              </a:lnSpc>
              <a:buFont typeface="Arial" panose="020B0604020202020204" pitchFamily="34" charset="0"/>
              <a:buChar char="•"/>
            </a:pPr>
            <a:r>
              <a:rPr lang="vi-VN">
                <a:latin typeface="+mj-lt"/>
              </a:rPr>
              <a:t>CRAFT: Kết quả tốt nhưng đôi khi mắc lỗi “cắt vụn” các cụm từ liền mạch.</a:t>
            </a:r>
          </a:p>
          <a:p>
            <a:pPr marL="1028700" lvl="1" indent="-342900">
              <a:lnSpc>
                <a:spcPct val="150000"/>
              </a:lnSpc>
              <a:buFont typeface="Arial" panose="020B0604020202020204" pitchFamily="34" charset="0"/>
              <a:buChar char="•"/>
            </a:pPr>
            <a:r>
              <a:rPr lang="vi-VN">
                <a:latin typeface="+mj-lt"/>
              </a:rPr>
              <a:t>DBNet: Nhận dạng vùng chứa chữ tương đối tốt nhưng hay bỏ sót dấu của tiếng việt.</a:t>
            </a:r>
          </a:p>
        </p:txBody>
      </p:sp>
    </p:spTree>
    <p:extLst>
      <p:ext uri="{BB962C8B-B14F-4D97-AF65-F5344CB8AC3E}">
        <p14:creationId xmlns:p14="http://schemas.microsoft.com/office/powerpoint/2010/main" val="976189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E22B9-EB30-341D-EE48-ECFE65993B02}"/>
              </a:ext>
            </a:extLst>
          </p:cNvPr>
          <p:cNvSpPr>
            <a:spLocks noGrp="1"/>
          </p:cNvSpPr>
          <p:nvPr>
            <p:ph type="title"/>
          </p:nvPr>
        </p:nvSpPr>
        <p:spPr/>
        <p:txBody>
          <a:bodyPr/>
          <a:lstStyle/>
          <a:p>
            <a:r>
              <a:rPr lang="vi-VN"/>
              <a:t>Hình so sánh kết quả nhận dạng vùng chứa chữ</a:t>
            </a:r>
          </a:p>
        </p:txBody>
      </p:sp>
      <p:pic>
        <p:nvPicPr>
          <p:cNvPr id="9" name="Picture 8">
            <a:extLst>
              <a:ext uri="{FF2B5EF4-FFF2-40B4-BE49-F238E27FC236}">
                <a16:creationId xmlns:a16="http://schemas.microsoft.com/office/drawing/2014/main" id="{DA255F03-07D4-51CF-0B16-CACB60594F5B}"/>
              </a:ext>
            </a:extLst>
          </p:cNvPr>
          <p:cNvPicPr>
            <a:picLocks noChangeAspect="1"/>
          </p:cNvPicPr>
          <p:nvPr/>
        </p:nvPicPr>
        <p:blipFill>
          <a:blip r:embed="rId2"/>
          <a:srcRect t="14927" b="18456"/>
          <a:stretch>
            <a:fillRect/>
          </a:stretch>
        </p:blipFill>
        <p:spPr>
          <a:xfrm>
            <a:off x="340659" y="1477568"/>
            <a:ext cx="11510682" cy="3834072"/>
          </a:xfrm>
          <a:prstGeom prst="rect">
            <a:avLst/>
          </a:prstGeom>
        </p:spPr>
      </p:pic>
    </p:spTree>
    <p:extLst>
      <p:ext uri="{BB962C8B-B14F-4D97-AF65-F5344CB8AC3E}">
        <p14:creationId xmlns:p14="http://schemas.microsoft.com/office/powerpoint/2010/main" val="2017280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9149A-5605-3C22-1BE1-9D939CC724FE}"/>
              </a:ext>
            </a:extLst>
          </p:cNvPr>
          <p:cNvSpPr>
            <a:spLocks noGrp="1"/>
          </p:cNvSpPr>
          <p:nvPr>
            <p:ph type="title"/>
          </p:nvPr>
        </p:nvSpPr>
        <p:spPr/>
        <p:txBody>
          <a:bodyPr/>
          <a:lstStyle/>
          <a:p>
            <a:r>
              <a:rPr lang="vi-VN"/>
              <a:t>Hình so sánh kết quả nhận dạng vùng chứa chữ</a:t>
            </a:r>
          </a:p>
        </p:txBody>
      </p:sp>
      <p:pic>
        <p:nvPicPr>
          <p:cNvPr id="9" name="Picture 8">
            <a:extLst>
              <a:ext uri="{FF2B5EF4-FFF2-40B4-BE49-F238E27FC236}">
                <a16:creationId xmlns:a16="http://schemas.microsoft.com/office/drawing/2014/main" id="{2D83FBA9-E60B-49F2-21F4-702825E3A846}"/>
              </a:ext>
            </a:extLst>
          </p:cNvPr>
          <p:cNvPicPr>
            <a:picLocks noChangeAspect="1"/>
          </p:cNvPicPr>
          <p:nvPr/>
        </p:nvPicPr>
        <p:blipFill>
          <a:blip r:embed="rId2"/>
          <a:srcRect t="16249" b="17427"/>
          <a:stretch>
            <a:fillRect/>
          </a:stretch>
        </p:blipFill>
        <p:spPr>
          <a:xfrm>
            <a:off x="85164" y="1477568"/>
            <a:ext cx="12021671" cy="3986598"/>
          </a:xfrm>
          <a:prstGeom prst="rect">
            <a:avLst/>
          </a:prstGeom>
        </p:spPr>
      </p:pic>
    </p:spTree>
    <p:extLst>
      <p:ext uri="{BB962C8B-B14F-4D97-AF65-F5344CB8AC3E}">
        <p14:creationId xmlns:p14="http://schemas.microsoft.com/office/powerpoint/2010/main" val="3476823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EE6D14-B5D8-5F22-AD74-AC8B12968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6ABDD-4E92-40A4-A528-984D43564324}"/>
              </a:ext>
            </a:extLst>
          </p:cNvPr>
          <p:cNvSpPr>
            <a:spLocks noGrp="1"/>
          </p:cNvSpPr>
          <p:nvPr>
            <p:ph type="title"/>
          </p:nvPr>
        </p:nvSpPr>
        <p:spPr/>
        <p:txBody>
          <a:bodyPr/>
          <a:lstStyle/>
          <a:p>
            <a:r>
              <a:rPr lang="vi-VN"/>
              <a:t>Hình so sánh kết quả nhận dạng vùng chứa chữ</a:t>
            </a:r>
          </a:p>
        </p:txBody>
      </p:sp>
      <p:pic>
        <p:nvPicPr>
          <p:cNvPr id="4" name="Picture 3">
            <a:extLst>
              <a:ext uri="{FF2B5EF4-FFF2-40B4-BE49-F238E27FC236}">
                <a16:creationId xmlns:a16="http://schemas.microsoft.com/office/drawing/2014/main" id="{536472F4-A570-B240-390A-84D4D778AC2B}"/>
              </a:ext>
            </a:extLst>
          </p:cNvPr>
          <p:cNvPicPr>
            <a:picLocks noChangeAspect="1"/>
          </p:cNvPicPr>
          <p:nvPr/>
        </p:nvPicPr>
        <p:blipFill>
          <a:blip r:embed="rId3"/>
          <a:srcRect t="29909" r="49797" b="36382"/>
          <a:stretch>
            <a:fillRect/>
          </a:stretch>
        </p:blipFill>
        <p:spPr>
          <a:xfrm>
            <a:off x="2395433" y="1155688"/>
            <a:ext cx="7401127" cy="2484782"/>
          </a:xfrm>
          <a:prstGeom prst="rect">
            <a:avLst/>
          </a:prstGeom>
        </p:spPr>
      </p:pic>
      <p:pic>
        <p:nvPicPr>
          <p:cNvPr id="11" name="Picture 10">
            <a:extLst>
              <a:ext uri="{FF2B5EF4-FFF2-40B4-BE49-F238E27FC236}">
                <a16:creationId xmlns:a16="http://schemas.microsoft.com/office/drawing/2014/main" id="{6A201F4B-0160-4A1E-8425-ABC7C16BDC76}"/>
              </a:ext>
            </a:extLst>
          </p:cNvPr>
          <p:cNvPicPr>
            <a:picLocks noChangeAspect="1"/>
          </p:cNvPicPr>
          <p:nvPr/>
        </p:nvPicPr>
        <p:blipFill>
          <a:blip r:embed="rId3"/>
          <a:srcRect l="50825" t="29016" b="35240"/>
          <a:stretch>
            <a:fillRect/>
          </a:stretch>
        </p:blipFill>
        <p:spPr>
          <a:xfrm>
            <a:off x="2524327" y="3640470"/>
            <a:ext cx="7272233" cy="2643020"/>
          </a:xfrm>
          <a:prstGeom prst="rect">
            <a:avLst/>
          </a:prstGeom>
        </p:spPr>
      </p:pic>
    </p:spTree>
    <p:extLst>
      <p:ext uri="{BB962C8B-B14F-4D97-AF65-F5344CB8AC3E}">
        <p14:creationId xmlns:p14="http://schemas.microsoft.com/office/powerpoint/2010/main" val="2282538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4E2C-60DC-D0C7-7268-A0BBFA8675B2}"/>
              </a:ext>
            </a:extLst>
          </p:cNvPr>
          <p:cNvSpPr>
            <a:spLocks noGrp="1"/>
          </p:cNvSpPr>
          <p:nvPr>
            <p:ph type="title"/>
          </p:nvPr>
        </p:nvSpPr>
        <p:spPr/>
        <p:txBody>
          <a:bodyPr/>
          <a:lstStyle/>
          <a:p>
            <a:r>
              <a:rPr lang="vi-VN"/>
              <a:t>Phần 2: Dữ liệu tinh chỉnh VietOCR</a:t>
            </a:r>
          </a:p>
        </p:txBody>
      </p:sp>
      <p:sp>
        <p:nvSpPr>
          <p:cNvPr id="3" name="Text Placeholder 2">
            <a:extLst>
              <a:ext uri="{FF2B5EF4-FFF2-40B4-BE49-F238E27FC236}">
                <a16:creationId xmlns:a16="http://schemas.microsoft.com/office/drawing/2014/main" id="{488F43BF-394E-60C0-6DAD-72706870FE43}"/>
              </a:ext>
            </a:extLst>
          </p:cNvPr>
          <p:cNvSpPr>
            <a:spLocks noGrp="1"/>
          </p:cNvSpPr>
          <p:nvPr>
            <p:ph type="body" idx="1"/>
          </p:nvPr>
        </p:nvSpPr>
        <p:spPr>
          <a:xfrm>
            <a:off x="838200" y="1253330"/>
            <a:ext cx="10515600" cy="4972371"/>
          </a:xfrm>
        </p:spPr>
        <p:txBody>
          <a:bodyPr>
            <a:normAutofit/>
          </a:bodyPr>
          <a:lstStyle/>
          <a:p>
            <a:pPr>
              <a:lnSpc>
                <a:spcPct val="150000"/>
              </a:lnSpc>
            </a:pPr>
            <a:r>
              <a:rPr lang="vi-VN" b="1">
                <a:latin typeface="+mj-lt"/>
              </a:rPr>
              <a:t>Dữ liệu thực tế: </a:t>
            </a:r>
            <a:r>
              <a:rPr lang="vi-VN">
                <a:latin typeface="+mj-lt"/>
              </a:rPr>
              <a:t>4.000 dòng chữ cắt từ ảnh chụp biển hiệu.</a:t>
            </a:r>
          </a:p>
          <a:p>
            <a:pPr>
              <a:lnSpc>
                <a:spcPct val="150000"/>
              </a:lnSpc>
            </a:pPr>
            <a:r>
              <a:rPr lang="vi-VN" b="1">
                <a:latin typeface="+mj-lt"/>
              </a:rPr>
              <a:t>Dữ liệu sinh thêm (100.000 mẫu):</a:t>
            </a:r>
          </a:p>
          <a:p>
            <a:pPr lvl="1">
              <a:lnSpc>
                <a:spcPct val="150000"/>
              </a:lnSpc>
            </a:pPr>
            <a:r>
              <a:rPr lang="vi-VN" b="1">
                <a:latin typeface="+mj-lt"/>
              </a:rPr>
              <a:t>Phông chữ: </a:t>
            </a:r>
            <a:r>
              <a:rPr lang="vi-VN">
                <a:latin typeface="+mj-lt"/>
              </a:rPr>
              <a:t>Mô phỏng font đặc thù (UTM, VNI, 3D, Thư pháp...).</a:t>
            </a:r>
          </a:p>
          <a:p>
            <a:pPr lvl="1">
              <a:lnSpc>
                <a:spcPct val="150000"/>
              </a:lnSpc>
            </a:pPr>
            <a:r>
              <a:rPr lang="vi-VN" b="1">
                <a:latin typeface="+mj-lt"/>
              </a:rPr>
              <a:t>Tăng cường : </a:t>
            </a:r>
            <a:r>
              <a:rPr lang="vi-VN">
                <a:latin typeface="+mj-lt"/>
              </a:rPr>
              <a:t>làm mờ, xô nghiêng, bóng đổ nhẹ,...</a:t>
            </a:r>
          </a:p>
        </p:txBody>
      </p:sp>
    </p:spTree>
    <p:extLst>
      <p:ext uri="{BB962C8B-B14F-4D97-AF65-F5344CB8AC3E}">
        <p14:creationId xmlns:p14="http://schemas.microsoft.com/office/powerpoint/2010/main" val="320531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4BE44-37C1-E866-AE6C-9464950C0840}"/>
              </a:ext>
            </a:extLst>
          </p:cNvPr>
          <p:cNvSpPr>
            <a:spLocks noGrp="1"/>
          </p:cNvSpPr>
          <p:nvPr>
            <p:ph type="title"/>
          </p:nvPr>
        </p:nvSpPr>
        <p:spPr/>
        <p:txBody>
          <a:bodyPr/>
          <a:lstStyle/>
          <a:p>
            <a:r>
              <a:rPr lang="vi-VN"/>
              <a:t>Một số hình ảnh dữ liệu cho VietOCR</a:t>
            </a:r>
          </a:p>
        </p:txBody>
      </p:sp>
      <p:pic>
        <p:nvPicPr>
          <p:cNvPr id="5" name="Picture 4">
            <a:extLst>
              <a:ext uri="{FF2B5EF4-FFF2-40B4-BE49-F238E27FC236}">
                <a16:creationId xmlns:a16="http://schemas.microsoft.com/office/drawing/2014/main" id="{E8391049-5607-5F67-40D8-49F0055D5240}"/>
              </a:ext>
            </a:extLst>
          </p:cNvPr>
          <p:cNvPicPr>
            <a:picLocks noChangeAspect="1"/>
          </p:cNvPicPr>
          <p:nvPr/>
        </p:nvPicPr>
        <p:blipFill>
          <a:blip r:embed="rId3"/>
          <a:stretch>
            <a:fillRect/>
          </a:stretch>
        </p:blipFill>
        <p:spPr>
          <a:xfrm>
            <a:off x="1194471" y="1266553"/>
            <a:ext cx="2971800" cy="609600"/>
          </a:xfrm>
          <a:prstGeom prst="rect">
            <a:avLst/>
          </a:prstGeom>
        </p:spPr>
      </p:pic>
      <p:pic>
        <p:nvPicPr>
          <p:cNvPr id="7" name="Picture 6">
            <a:extLst>
              <a:ext uri="{FF2B5EF4-FFF2-40B4-BE49-F238E27FC236}">
                <a16:creationId xmlns:a16="http://schemas.microsoft.com/office/drawing/2014/main" id="{8F600D94-0924-95F2-FBE2-7E5D2C92CEAA}"/>
              </a:ext>
            </a:extLst>
          </p:cNvPr>
          <p:cNvPicPr>
            <a:picLocks noChangeAspect="1"/>
          </p:cNvPicPr>
          <p:nvPr/>
        </p:nvPicPr>
        <p:blipFill>
          <a:blip r:embed="rId4"/>
          <a:stretch>
            <a:fillRect/>
          </a:stretch>
        </p:blipFill>
        <p:spPr>
          <a:xfrm>
            <a:off x="1194471" y="2201178"/>
            <a:ext cx="2714625" cy="609600"/>
          </a:xfrm>
          <a:prstGeom prst="rect">
            <a:avLst/>
          </a:prstGeom>
        </p:spPr>
      </p:pic>
      <p:pic>
        <p:nvPicPr>
          <p:cNvPr id="9" name="Picture 8">
            <a:extLst>
              <a:ext uri="{FF2B5EF4-FFF2-40B4-BE49-F238E27FC236}">
                <a16:creationId xmlns:a16="http://schemas.microsoft.com/office/drawing/2014/main" id="{955B5884-6A0C-BD12-823A-F9FDDECE5402}"/>
              </a:ext>
            </a:extLst>
          </p:cNvPr>
          <p:cNvPicPr>
            <a:picLocks noChangeAspect="1"/>
          </p:cNvPicPr>
          <p:nvPr/>
        </p:nvPicPr>
        <p:blipFill>
          <a:blip r:embed="rId5"/>
          <a:stretch>
            <a:fillRect/>
          </a:stretch>
        </p:blipFill>
        <p:spPr>
          <a:xfrm>
            <a:off x="4459165" y="1250078"/>
            <a:ext cx="6652663" cy="609600"/>
          </a:xfrm>
          <a:prstGeom prst="rect">
            <a:avLst/>
          </a:prstGeom>
        </p:spPr>
      </p:pic>
      <p:pic>
        <p:nvPicPr>
          <p:cNvPr id="11" name="Picture 10">
            <a:extLst>
              <a:ext uri="{FF2B5EF4-FFF2-40B4-BE49-F238E27FC236}">
                <a16:creationId xmlns:a16="http://schemas.microsoft.com/office/drawing/2014/main" id="{D754C7C5-E60A-0CE3-A40C-4BE18A449DCD}"/>
              </a:ext>
            </a:extLst>
          </p:cNvPr>
          <p:cNvPicPr>
            <a:picLocks noChangeAspect="1"/>
          </p:cNvPicPr>
          <p:nvPr/>
        </p:nvPicPr>
        <p:blipFill>
          <a:blip r:embed="rId6"/>
          <a:stretch>
            <a:fillRect/>
          </a:stretch>
        </p:blipFill>
        <p:spPr>
          <a:xfrm>
            <a:off x="9102053" y="3137436"/>
            <a:ext cx="2009775" cy="609600"/>
          </a:xfrm>
          <a:prstGeom prst="rect">
            <a:avLst/>
          </a:prstGeom>
        </p:spPr>
      </p:pic>
      <p:pic>
        <p:nvPicPr>
          <p:cNvPr id="13" name="Picture 12">
            <a:extLst>
              <a:ext uri="{FF2B5EF4-FFF2-40B4-BE49-F238E27FC236}">
                <a16:creationId xmlns:a16="http://schemas.microsoft.com/office/drawing/2014/main" id="{3A1E1FDF-4E83-834C-55B4-6D1F68D72301}"/>
              </a:ext>
            </a:extLst>
          </p:cNvPr>
          <p:cNvPicPr>
            <a:picLocks noChangeAspect="1"/>
          </p:cNvPicPr>
          <p:nvPr/>
        </p:nvPicPr>
        <p:blipFill>
          <a:blip r:embed="rId7"/>
          <a:stretch>
            <a:fillRect/>
          </a:stretch>
        </p:blipFill>
        <p:spPr>
          <a:xfrm>
            <a:off x="7892378" y="2179061"/>
            <a:ext cx="3219450" cy="609600"/>
          </a:xfrm>
          <a:prstGeom prst="rect">
            <a:avLst/>
          </a:prstGeom>
        </p:spPr>
      </p:pic>
      <p:pic>
        <p:nvPicPr>
          <p:cNvPr id="15" name="Picture 14">
            <a:extLst>
              <a:ext uri="{FF2B5EF4-FFF2-40B4-BE49-F238E27FC236}">
                <a16:creationId xmlns:a16="http://schemas.microsoft.com/office/drawing/2014/main" id="{8E894DB5-7103-4F5C-2947-38AD0086B582}"/>
              </a:ext>
            </a:extLst>
          </p:cNvPr>
          <p:cNvPicPr>
            <a:picLocks noChangeAspect="1"/>
          </p:cNvPicPr>
          <p:nvPr/>
        </p:nvPicPr>
        <p:blipFill>
          <a:blip r:embed="rId8"/>
          <a:stretch>
            <a:fillRect/>
          </a:stretch>
        </p:blipFill>
        <p:spPr>
          <a:xfrm>
            <a:off x="1194471" y="3108044"/>
            <a:ext cx="7639050" cy="638175"/>
          </a:xfrm>
          <a:prstGeom prst="rect">
            <a:avLst/>
          </a:prstGeom>
        </p:spPr>
      </p:pic>
      <p:pic>
        <p:nvPicPr>
          <p:cNvPr id="17" name="Picture 16">
            <a:extLst>
              <a:ext uri="{FF2B5EF4-FFF2-40B4-BE49-F238E27FC236}">
                <a16:creationId xmlns:a16="http://schemas.microsoft.com/office/drawing/2014/main" id="{DCFEB99B-6EEC-3695-0111-6883B225D0F0}"/>
              </a:ext>
            </a:extLst>
          </p:cNvPr>
          <p:cNvPicPr>
            <a:picLocks noChangeAspect="1"/>
          </p:cNvPicPr>
          <p:nvPr/>
        </p:nvPicPr>
        <p:blipFill>
          <a:blip r:embed="rId9"/>
          <a:stretch>
            <a:fillRect/>
          </a:stretch>
        </p:blipFill>
        <p:spPr>
          <a:xfrm>
            <a:off x="4459165" y="2262506"/>
            <a:ext cx="3009900" cy="504825"/>
          </a:xfrm>
          <a:prstGeom prst="rect">
            <a:avLst/>
          </a:prstGeom>
        </p:spPr>
      </p:pic>
      <p:pic>
        <p:nvPicPr>
          <p:cNvPr id="19" name="Picture 18">
            <a:extLst>
              <a:ext uri="{FF2B5EF4-FFF2-40B4-BE49-F238E27FC236}">
                <a16:creationId xmlns:a16="http://schemas.microsoft.com/office/drawing/2014/main" id="{2DF5AC64-9C7C-A944-41F3-20E2CFBF718A}"/>
              </a:ext>
            </a:extLst>
          </p:cNvPr>
          <p:cNvPicPr>
            <a:picLocks noChangeAspect="1"/>
          </p:cNvPicPr>
          <p:nvPr/>
        </p:nvPicPr>
        <p:blipFill>
          <a:blip r:embed="rId10"/>
          <a:stretch>
            <a:fillRect/>
          </a:stretch>
        </p:blipFill>
        <p:spPr>
          <a:xfrm>
            <a:off x="1194471" y="4750840"/>
            <a:ext cx="4229100" cy="1181100"/>
          </a:xfrm>
          <a:prstGeom prst="rect">
            <a:avLst/>
          </a:prstGeom>
        </p:spPr>
      </p:pic>
      <p:pic>
        <p:nvPicPr>
          <p:cNvPr id="21" name="Picture 20">
            <a:extLst>
              <a:ext uri="{FF2B5EF4-FFF2-40B4-BE49-F238E27FC236}">
                <a16:creationId xmlns:a16="http://schemas.microsoft.com/office/drawing/2014/main" id="{7BBC3D2A-E805-C4C1-BC6D-6D46C5EFE4CB}"/>
              </a:ext>
            </a:extLst>
          </p:cNvPr>
          <p:cNvPicPr>
            <a:picLocks noChangeAspect="1"/>
          </p:cNvPicPr>
          <p:nvPr/>
        </p:nvPicPr>
        <p:blipFill>
          <a:blip r:embed="rId11"/>
          <a:stretch>
            <a:fillRect/>
          </a:stretch>
        </p:blipFill>
        <p:spPr>
          <a:xfrm>
            <a:off x="1194471" y="3875802"/>
            <a:ext cx="9917357" cy="676275"/>
          </a:xfrm>
          <a:prstGeom prst="rect">
            <a:avLst/>
          </a:prstGeom>
        </p:spPr>
      </p:pic>
      <p:pic>
        <p:nvPicPr>
          <p:cNvPr id="23" name="Picture 22">
            <a:extLst>
              <a:ext uri="{FF2B5EF4-FFF2-40B4-BE49-F238E27FC236}">
                <a16:creationId xmlns:a16="http://schemas.microsoft.com/office/drawing/2014/main" id="{25DD5212-CA92-434D-0E3A-6AAD96522B83}"/>
              </a:ext>
            </a:extLst>
          </p:cNvPr>
          <p:cNvPicPr>
            <a:picLocks noChangeAspect="1"/>
          </p:cNvPicPr>
          <p:nvPr/>
        </p:nvPicPr>
        <p:blipFill>
          <a:blip r:embed="rId12"/>
          <a:stretch>
            <a:fillRect/>
          </a:stretch>
        </p:blipFill>
        <p:spPr>
          <a:xfrm>
            <a:off x="5611206" y="4853658"/>
            <a:ext cx="5500622" cy="975464"/>
          </a:xfrm>
          <a:prstGeom prst="rect">
            <a:avLst/>
          </a:prstGeom>
        </p:spPr>
      </p:pic>
    </p:spTree>
    <p:extLst>
      <p:ext uri="{BB962C8B-B14F-4D97-AF65-F5344CB8AC3E}">
        <p14:creationId xmlns:p14="http://schemas.microsoft.com/office/powerpoint/2010/main" val="3487687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75DD2-20A1-4BDD-AAE7-850778CD5767}"/>
              </a:ext>
            </a:extLst>
          </p:cNvPr>
          <p:cNvSpPr>
            <a:spLocks noGrp="1"/>
          </p:cNvSpPr>
          <p:nvPr>
            <p:ph type="title"/>
          </p:nvPr>
        </p:nvSpPr>
        <p:spPr/>
        <p:txBody>
          <a:bodyPr/>
          <a:lstStyle/>
          <a:p>
            <a:r>
              <a:rPr lang="vi-VN"/>
              <a:t>Phần 2: Kịch bản huấn luyện và kết quả nhận dạng (VietOCR)</a:t>
            </a:r>
          </a:p>
        </p:txBody>
      </p:sp>
      <p:sp>
        <p:nvSpPr>
          <p:cNvPr id="3" name="Text Placeholder 2">
            <a:extLst>
              <a:ext uri="{FF2B5EF4-FFF2-40B4-BE49-F238E27FC236}">
                <a16:creationId xmlns:a16="http://schemas.microsoft.com/office/drawing/2014/main" id="{FB51F4D6-7049-3012-800B-182FA871E75C}"/>
              </a:ext>
            </a:extLst>
          </p:cNvPr>
          <p:cNvSpPr>
            <a:spLocks noGrp="1"/>
          </p:cNvSpPr>
          <p:nvPr>
            <p:ph type="body" idx="1"/>
          </p:nvPr>
        </p:nvSpPr>
        <p:spPr/>
        <p:txBody>
          <a:bodyPr>
            <a:normAutofit/>
          </a:bodyPr>
          <a:lstStyle/>
          <a:p>
            <a:pPr>
              <a:lnSpc>
                <a:spcPct val="150000"/>
              </a:lnSpc>
            </a:pPr>
            <a:r>
              <a:rPr lang="vi-VN" b="1">
                <a:latin typeface="+mj-lt"/>
              </a:rPr>
              <a:t>Chia dữ liệu: </a:t>
            </a:r>
            <a:r>
              <a:rPr lang="vi-VN">
                <a:latin typeface="+mj-lt"/>
              </a:rPr>
              <a:t>95/5% train/validation.</a:t>
            </a:r>
          </a:p>
          <a:p>
            <a:pPr>
              <a:lnSpc>
                <a:spcPct val="150000"/>
              </a:lnSpc>
            </a:pPr>
            <a:r>
              <a:rPr lang="vi-VN" b="1">
                <a:latin typeface="+mj-lt"/>
              </a:rPr>
              <a:t>Cấu hình huấn luyện (Fine-tuning):</a:t>
            </a:r>
          </a:p>
          <a:p>
            <a:pPr>
              <a:lnSpc>
                <a:spcPct val="150000"/>
              </a:lnSpc>
            </a:pPr>
            <a:r>
              <a:rPr lang="vi-VN">
                <a:latin typeface="+mj-lt"/>
              </a:rPr>
              <a:t>		Kiến trúc: VGG + Transformer. </a:t>
            </a:r>
          </a:p>
          <a:p>
            <a:pPr>
              <a:lnSpc>
                <a:spcPct val="150000"/>
              </a:lnSpc>
            </a:pPr>
            <a:r>
              <a:rPr lang="vi-VN">
                <a:latin typeface="+mj-lt"/>
              </a:rPr>
              <a:t>		Tổng số bước lặp (Iters) = 20.000</a:t>
            </a:r>
          </a:p>
          <a:p>
            <a:pPr>
              <a:lnSpc>
                <a:spcPct val="150000"/>
              </a:lnSpc>
            </a:pPr>
            <a:r>
              <a:rPr lang="vi-VN">
                <a:latin typeface="+mj-lt"/>
              </a:rPr>
              <a:t>		Đánh giá: Chấm điểm Accuracy tự động trên tập validation mỗi 2.000 bước.</a:t>
            </a:r>
          </a:p>
        </p:txBody>
      </p:sp>
    </p:spTree>
    <p:extLst>
      <p:ext uri="{BB962C8B-B14F-4D97-AF65-F5344CB8AC3E}">
        <p14:creationId xmlns:p14="http://schemas.microsoft.com/office/powerpoint/2010/main" val="3083586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466CFE1-FE07-9AF5-CB6A-FD193A34E3AA}"/>
              </a:ext>
            </a:extLst>
          </p:cNvPr>
          <p:cNvGraphicFramePr>
            <a:graphicFrameLocks noGrp="1"/>
          </p:cNvGraphicFramePr>
          <p:nvPr>
            <p:extLst>
              <p:ext uri="{D42A27DB-BD31-4B8C-83A1-F6EECF244321}">
                <p14:modId xmlns:p14="http://schemas.microsoft.com/office/powerpoint/2010/main" val="939075533"/>
              </p:ext>
            </p:extLst>
          </p:nvPr>
        </p:nvGraphicFramePr>
        <p:xfrm>
          <a:off x="1328677" y="407398"/>
          <a:ext cx="9520518" cy="2024346"/>
        </p:xfrm>
        <a:graphic>
          <a:graphicData uri="http://schemas.openxmlformats.org/drawingml/2006/table">
            <a:tbl>
              <a:tblPr>
                <a:tableStyleId>{69CF1AB2-1976-4502-BF36-3FF5EA218861}</a:tableStyleId>
              </a:tblPr>
              <a:tblGrid>
                <a:gridCol w="3173506">
                  <a:extLst>
                    <a:ext uri="{9D8B030D-6E8A-4147-A177-3AD203B41FA5}">
                      <a16:colId xmlns:a16="http://schemas.microsoft.com/office/drawing/2014/main" val="4294550763"/>
                    </a:ext>
                  </a:extLst>
                </a:gridCol>
                <a:gridCol w="3173506">
                  <a:extLst>
                    <a:ext uri="{9D8B030D-6E8A-4147-A177-3AD203B41FA5}">
                      <a16:colId xmlns:a16="http://schemas.microsoft.com/office/drawing/2014/main" val="1869912786"/>
                    </a:ext>
                  </a:extLst>
                </a:gridCol>
                <a:gridCol w="3173506">
                  <a:extLst>
                    <a:ext uri="{9D8B030D-6E8A-4147-A177-3AD203B41FA5}">
                      <a16:colId xmlns:a16="http://schemas.microsoft.com/office/drawing/2014/main" val="1656263689"/>
                    </a:ext>
                  </a:extLst>
                </a:gridCol>
              </a:tblGrid>
              <a:tr h="733820">
                <a:tc>
                  <a:txBody>
                    <a:bodyPr/>
                    <a:lstStyle/>
                    <a:p>
                      <a:pPr algn="ctr" rtl="0" fontAlgn="b">
                        <a:buNone/>
                      </a:pPr>
                      <a:r>
                        <a:rPr lang="vi-VN" sz="1600" b="1">
                          <a:effectLst/>
                        </a:rPr>
                        <a:t>Phiên bản Mô hình</a:t>
                      </a:r>
                    </a:p>
                  </a:txBody>
                  <a:tcPr marL="22860" marR="22860" marT="15240" marB="15240" anchor="ctr"/>
                </a:tc>
                <a:tc>
                  <a:txBody>
                    <a:bodyPr/>
                    <a:lstStyle/>
                    <a:p>
                      <a:pPr algn="ctr" rtl="0" fontAlgn="b">
                        <a:buNone/>
                      </a:pPr>
                      <a:r>
                        <a:rPr lang="vi-VN" sz="1600" b="1">
                          <a:effectLst/>
                        </a:rPr>
                        <a:t>Độ chính xác tuyệt đối (Accuracy)</a:t>
                      </a:r>
                    </a:p>
                  </a:txBody>
                  <a:tcPr marL="22860" marR="22860" marT="15240" marB="15240" anchor="ctr"/>
                </a:tc>
                <a:tc>
                  <a:txBody>
                    <a:bodyPr/>
                    <a:lstStyle/>
                    <a:p>
                      <a:pPr algn="ctr" rtl="0" fontAlgn="b">
                        <a:buNone/>
                      </a:pPr>
                      <a:r>
                        <a:rPr lang="vi-VN" sz="1600" b="1">
                          <a:effectLst/>
                        </a:rPr>
                        <a:t>Tỉ lệ lỗi ký tự (CER)</a:t>
                      </a:r>
                    </a:p>
                  </a:txBody>
                  <a:tcPr marL="0" marR="0" marT="15240" marB="15240" anchor="ctr"/>
                </a:tc>
                <a:extLst>
                  <a:ext uri="{0D108BD9-81ED-4DB2-BD59-A6C34878D82A}">
                    <a16:rowId xmlns:a16="http://schemas.microsoft.com/office/drawing/2014/main" val="1208671832"/>
                  </a:ext>
                </a:extLst>
              </a:tr>
              <a:tr h="489510">
                <a:tc>
                  <a:txBody>
                    <a:bodyPr/>
                    <a:lstStyle/>
                    <a:p>
                      <a:pPr algn="ctr" rtl="0" fontAlgn="b">
                        <a:buNone/>
                      </a:pPr>
                      <a:r>
                        <a:rPr lang="vi-VN" sz="1600" b="1">
                          <a:effectLst/>
                        </a:rPr>
                        <a:t>Mô hình gốc (Base)</a:t>
                      </a:r>
                    </a:p>
                  </a:txBody>
                  <a:tcPr marL="22860" marR="22860" marT="15240" marB="15240" anchor="ctr"/>
                </a:tc>
                <a:tc>
                  <a:txBody>
                    <a:bodyPr/>
                    <a:lstStyle/>
                    <a:p>
                      <a:pPr algn="ctr" rtl="0" fontAlgn="b">
                        <a:buNone/>
                      </a:pPr>
                      <a:r>
                        <a:rPr lang="vi-VN" sz="1600">
                          <a:effectLst/>
                        </a:rPr>
                        <a:t>27.15%</a:t>
                      </a:r>
                    </a:p>
                  </a:txBody>
                  <a:tcPr marL="22860" marR="22860" marT="15240" marB="15240" anchor="ctr"/>
                </a:tc>
                <a:tc>
                  <a:txBody>
                    <a:bodyPr/>
                    <a:lstStyle/>
                    <a:p>
                      <a:pPr algn="ctr" rtl="0" fontAlgn="b">
                        <a:buNone/>
                      </a:pPr>
                      <a:r>
                        <a:rPr lang="vi-VN" sz="1600">
                          <a:effectLst/>
                        </a:rPr>
                        <a:t>28.05%</a:t>
                      </a:r>
                    </a:p>
                  </a:txBody>
                  <a:tcPr marL="22860" marR="22860" marT="15240" marB="15240" anchor="ctr"/>
                </a:tc>
                <a:extLst>
                  <a:ext uri="{0D108BD9-81ED-4DB2-BD59-A6C34878D82A}">
                    <a16:rowId xmlns:a16="http://schemas.microsoft.com/office/drawing/2014/main" val="945594180"/>
                  </a:ext>
                </a:extLst>
              </a:tr>
              <a:tr h="801016">
                <a:tc>
                  <a:txBody>
                    <a:bodyPr/>
                    <a:lstStyle/>
                    <a:p>
                      <a:pPr algn="ctr" rtl="0" fontAlgn="b">
                        <a:buNone/>
                      </a:pPr>
                      <a:r>
                        <a:rPr lang="vi-VN" sz="1600" b="1">
                          <a:effectLst/>
                        </a:rPr>
                        <a:t>Mô hình tinh chỉnh (Fine-tuned)</a:t>
                      </a:r>
                    </a:p>
                  </a:txBody>
                  <a:tcPr marL="22860" marR="22860" marT="15240" marB="15240" anchor="ctr"/>
                </a:tc>
                <a:tc>
                  <a:txBody>
                    <a:bodyPr/>
                    <a:lstStyle/>
                    <a:p>
                      <a:pPr algn="ctr" rtl="0" fontAlgn="b">
                        <a:buNone/>
                      </a:pPr>
                      <a:r>
                        <a:rPr lang="vi-VN" sz="1600">
                          <a:effectLst/>
                        </a:rPr>
                        <a:t>96.27%</a:t>
                      </a:r>
                    </a:p>
                  </a:txBody>
                  <a:tcPr marL="22860" marR="22860" marT="15240" marB="15240" anchor="ctr"/>
                </a:tc>
                <a:tc>
                  <a:txBody>
                    <a:bodyPr/>
                    <a:lstStyle/>
                    <a:p>
                      <a:pPr algn="ctr" rtl="0" fontAlgn="b">
                        <a:buNone/>
                      </a:pPr>
                      <a:r>
                        <a:rPr lang="vi-VN" sz="1600">
                          <a:effectLst/>
                        </a:rPr>
                        <a:t>0.90%</a:t>
                      </a:r>
                    </a:p>
                  </a:txBody>
                  <a:tcPr marL="22860" marR="22860" marT="15240" marB="15240" anchor="ctr"/>
                </a:tc>
                <a:extLst>
                  <a:ext uri="{0D108BD9-81ED-4DB2-BD59-A6C34878D82A}">
                    <a16:rowId xmlns:a16="http://schemas.microsoft.com/office/drawing/2014/main" val="4179895181"/>
                  </a:ext>
                </a:extLst>
              </a:tr>
            </a:tbl>
          </a:graphicData>
        </a:graphic>
      </p:graphicFrame>
      <p:pic>
        <p:nvPicPr>
          <p:cNvPr id="10" name="Picture 9">
            <a:extLst>
              <a:ext uri="{FF2B5EF4-FFF2-40B4-BE49-F238E27FC236}">
                <a16:creationId xmlns:a16="http://schemas.microsoft.com/office/drawing/2014/main" id="{E2C511BA-0583-F3E7-10BE-6E6BD9141847}"/>
              </a:ext>
            </a:extLst>
          </p:cNvPr>
          <p:cNvPicPr>
            <a:picLocks noChangeAspect="1"/>
          </p:cNvPicPr>
          <p:nvPr/>
        </p:nvPicPr>
        <p:blipFill>
          <a:blip r:embed="rId3"/>
          <a:srcRect t="14057" r="34157" b="4160"/>
          <a:stretch>
            <a:fillRect/>
          </a:stretch>
        </p:blipFill>
        <p:spPr>
          <a:xfrm>
            <a:off x="1315527" y="2850768"/>
            <a:ext cx="5016213" cy="1685364"/>
          </a:xfrm>
          <a:prstGeom prst="rect">
            <a:avLst/>
          </a:prstGeom>
        </p:spPr>
      </p:pic>
      <p:pic>
        <p:nvPicPr>
          <p:cNvPr id="12" name="Picture 11">
            <a:extLst>
              <a:ext uri="{FF2B5EF4-FFF2-40B4-BE49-F238E27FC236}">
                <a16:creationId xmlns:a16="http://schemas.microsoft.com/office/drawing/2014/main" id="{55990563-5E3E-2FBD-E314-BD0C1E437F01}"/>
              </a:ext>
            </a:extLst>
          </p:cNvPr>
          <p:cNvPicPr>
            <a:picLocks noChangeAspect="1"/>
          </p:cNvPicPr>
          <p:nvPr/>
        </p:nvPicPr>
        <p:blipFill>
          <a:blip r:embed="rId4"/>
          <a:srcRect t="13699" r="39998"/>
          <a:stretch>
            <a:fillRect/>
          </a:stretch>
        </p:blipFill>
        <p:spPr>
          <a:xfrm>
            <a:off x="1315525" y="4536133"/>
            <a:ext cx="4931348" cy="1801494"/>
          </a:xfrm>
          <a:prstGeom prst="rect">
            <a:avLst/>
          </a:prstGeom>
        </p:spPr>
      </p:pic>
      <p:pic>
        <p:nvPicPr>
          <p:cNvPr id="16" name="Picture 15">
            <a:extLst>
              <a:ext uri="{FF2B5EF4-FFF2-40B4-BE49-F238E27FC236}">
                <a16:creationId xmlns:a16="http://schemas.microsoft.com/office/drawing/2014/main" id="{030A9527-2488-6D78-E61C-F35985E37AB9}"/>
              </a:ext>
            </a:extLst>
          </p:cNvPr>
          <p:cNvPicPr>
            <a:picLocks noChangeAspect="1"/>
          </p:cNvPicPr>
          <p:nvPr/>
        </p:nvPicPr>
        <p:blipFill>
          <a:blip r:embed="rId5"/>
          <a:stretch>
            <a:fillRect/>
          </a:stretch>
        </p:blipFill>
        <p:spPr>
          <a:xfrm>
            <a:off x="8225986" y="4537511"/>
            <a:ext cx="2623209" cy="1607515"/>
          </a:xfrm>
          <a:prstGeom prst="rect">
            <a:avLst/>
          </a:prstGeom>
        </p:spPr>
      </p:pic>
      <p:pic>
        <p:nvPicPr>
          <p:cNvPr id="18" name="Picture 17">
            <a:extLst>
              <a:ext uri="{FF2B5EF4-FFF2-40B4-BE49-F238E27FC236}">
                <a16:creationId xmlns:a16="http://schemas.microsoft.com/office/drawing/2014/main" id="{D4014D2B-EC4A-13DF-5044-FDCE5913C77A}"/>
              </a:ext>
            </a:extLst>
          </p:cNvPr>
          <p:cNvPicPr>
            <a:picLocks noChangeAspect="1"/>
          </p:cNvPicPr>
          <p:nvPr/>
        </p:nvPicPr>
        <p:blipFill>
          <a:blip r:embed="rId6"/>
          <a:stretch>
            <a:fillRect/>
          </a:stretch>
        </p:blipFill>
        <p:spPr>
          <a:xfrm>
            <a:off x="8225986" y="2811779"/>
            <a:ext cx="2561709" cy="1607515"/>
          </a:xfrm>
          <a:prstGeom prst="rect">
            <a:avLst/>
          </a:prstGeom>
        </p:spPr>
      </p:pic>
      <p:sp>
        <p:nvSpPr>
          <p:cNvPr id="19" name="Arrow: Right 18">
            <a:extLst>
              <a:ext uri="{FF2B5EF4-FFF2-40B4-BE49-F238E27FC236}">
                <a16:creationId xmlns:a16="http://schemas.microsoft.com/office/drawing/2014/main" id="{6FFA861C-7E89-BA51-2DB4-7865A29779C3}"/>
              </a:ext>
            </a:extLst>
          </p:cNvPr>
          <p:cNvSpPr/>
          <p:nvPr/>
        </p:nvSpPr>
        <p:spPr>
          <a:xfrm>
            <a:off x="6644759" y="3379685"/>
            <a:ext cx="1183341" cy="627530"/>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0" name="Arrow: Right 19">
            <a:extLst>
              <a:ext uri="{FF2B5EF4-FFF2-40B4-BE49-F238E27FC236}">
                <a16:creationId xmlns:a16="http://schemas.microsoft.com/office/drawing/2014/main" id="{7C066DEF-8B9E-6C1A-82EE-618677135391}"/>
              </a:ext>
            </a:extLst>
          </p:cNvPr>
          <p:cNvSpPr/>
          <p:nvPr/>
        </p:nvSpPr>
        <p:spPr>
          <a:xfrm>
            <a:off x="6644759" y="5034378"/>
            <a:ext cx="1183341" cy="627530"/>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947786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681A9-D063-B8DC-8D2D-2E43390F3DDF}"/>
              </a:ext>
            </a:extLst>
          </p:cNvPr>
          <p:cNvSpPr>
            <a:spLocks noGrp="1"/>
          </p:cNvSpPr>
          <p:nvPr>
            <p:ph type="title"/>
          </p:nvPr>
        </p:nvSpPr>
        <p:spPr/>
        <p:txBody>
          <a:bodyPr/>
          <a:lstStyle/>
          <a:p>
            <a:r>
              <a:rPr lang="vi-VN"/>
              <a:t>Phần 2: Bóc tách ngữ nghĩa với LLM Qwen 0.5B</a:t>
            </a:r>
          </a:p>
        </p:txBody>
      </p:sp>
      <p:sp>
        <p:nvSpPr>
          <p:cNvPr id="3" name="Text Placeholder 2">
            <a:extLst>
              <a:ext uri="{FF2B5EF4-FFF2-40B4-BE49-F238E27FC236}">
                <a16:creationId xmlns:a16="http://schemas.microsoft.com/office/drawing/2014/main" id="{13C35570-197B-4687-8793-4940A4BBAF85}"/>
              </a:ext>
            </a:extLst>
          </p:cNvPr>
          <p:cNvSpPr>
            <a:spLocks noGrp="1"/>
          </p:cNvSpPr>
          <p:nvPr>
            <p:ph type="body" idx="1"/>
          </p:nvPr>
        </p:nvSpPr>
        <p:spPr>
          <a:xfrm>
            <a:off x="838200" y="1477568"/>
            <a:ext cx="10515600" cy="3483538"/>
          </a:xfrm>
        </p:spPr>
        <p:txBody>
          <a:bodyPr>
            <a:normAutofit/>
          </a:bodyPr>
          <a:lstStyle/>
          <a:p>
            <a:pPr marL="228600" indent="0">
              <a:lnSpc>
                <a:spcPct val="150000"/>
              </a:lnSpc>
            </a:pPr>
            <a:r>
              <a:rPr lang="vi-VN" b="1">
                <a:latin typeface="+mj-lt"/>
              </a:rPr>
              <a:t>Biểu thức chính quy (Regex): </a:t>
            </a:r>
            <a:r>
              <a:rPr lang="vi-VN">
                <a:latin typeface="+mj-lt"/>
              </a:rPr>
              <a:t>Xử lý nhanh và chính xác các cấu trúc cứng như số điện thoại hay địa chỉ.</a:t>
            </a:r>
          </a:p>
          <a:p>
            <a:pPr marL="228600" indent="0">
              <a:lnSpc>
                <a:spcPct val="150000"/>
              </a:lnSpc>
            </a:pPr>
            <a:r>
              <a:rPr lang="vi-VN" b="1">
                <a:latin typeface="+mj-lt"/>
              </a:rPr>
              <a:t>LLM (Qwen 0.5B): </a:t>
            </a:r>
            <a:r>
              <a:rPr lang="vi-VN">
                <a:latin typeface="+mj-lt"/>
              </a:rPr>
              <a:t>Xử lý các trường ngữ nghĩa phức tạp, phụ thuộc vào ngữ cảnh như tên thương hiệu (Brand) và dịch vụ (Service).</a:t>
            </a:r>
          </a:p>
        </p:txBody>
      </p:sp>
    </p:spTree>
    <p:extLst>
      <p:ext uri="{BB962C8B-B14F-4D97-AF65-F5344CB8AC3E}">
        <p14:creationId xmlns:p14="http://schemas.microsoft.com/office/powerpoint/2010/main" val="41332174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0DCA-3EEB-D07A-B603-16CF32744C9E}"/>
              </a:ext>
            </a:extLst>
          </p:cNvPr>
          <p:cNvSpPr>
            <a:spLocks noGrp="1"/>
          </p:cNvSpPr>
          <p:nvPr>
            <p:ph type="title"/>
          </p:nvPr>
        </p:nvSpPr>
        <p:spPr/>
        <p:txBody>
          <a:bodyPr/>
          <a:lstStyle/>
          <a:p>
            <a:r>
              <a:rPr lang="vi-VN"/>
              <a:t>Phần 2: Dữ liệu mô hình ngôn ngữ lớn.</a:t>
            </a:r>
          </a:p>
        </p:txBody>
      </p:sp>
      <p:sp>
        <p:nvSpPr>
          <p:cNvPr id="3" name="Text Placeholder 2">
            <a:extLst>
              <a:ext uri="{FF2B5EF4-FFF2-40B4-BE49-F238E27FC236}">
                <a16:creationId xmlns:a16="http://schemas.microsoft.com/office/drawing/2014/main" id="{D6A3B78B-DA5A-61A3-5932-7736DF6E555C}"/>
              </a:ext>
            </a:extLst>
          </p:cNvPr>
          <p:cNvSpPr>
            <a:spLocks noGrp="1"/>
          </p:cNvSpPr>
          <p:nvPr>
            <p:ph type="body" idx="1"/>
          </p:nvPr>
        </p:nvSpPr>
        <p:spPr>
          <a:xfrm>
            <a:off x="775447" y="1477568"/>
            <a:ext cx="10515600" cy="4815656"/>
          </a:xfrm>
        </p:spPr>
        <p:txBody>
          <a:bodyPr>
            <a:normAutofit/>
          </a:bodyPr>
          <a:lstStyle/>
          <a:p>
            <a:pPr>
              <a:lnSpc>
                <a:spcPct val="150000"/>
              </a:lnSpc>
            </a:pPr>
            <a:r>
              <a:rPr lang="vi-VN" b="1">
                <a:latin typeface="+mj-lt"/>
              </a:rPr>
              <a:t>Cấu trúc: </a:t>
            </a:r>
            <a:r>
              <a:rPr lang="vi-VN">
                <a:latin typeface="+mj-lt"/>
              </a:rPr>
              <a:t>Tọa độ không gian [xmin, ymin, xmax, ymax] - nội dung văn bản.</a:t>
            </a:r>
          </a:p>
          <a:p>
            <a:pPr>
              <a:lnSpc>
                <a:spcPct val="150000"/>
              </a:lnSpc>
            </a:pPr>
            <a:r>
              <a:rPr lang="vi-VN" b="1">
                <a:latin typeface="+mj-lt"/>
              </a:rPr>
              <a:t>Nhãn mục tiêu: </a:t>
            </a:r>
            <a:r>
              <a:rPr lang="vi-VN">
                <a:latin typeface="+mj-lt"/>
              </a:rPr>
              <a:t>BRAND, SERVICE, O (Other - Nhiễu).</a:t>
            </a:r>
          </a:p>
          <a:p>
            <a:pPr>
              <a:lnSpc>
                <a:spcPct val="150000"/>
              </a:lnSpc>
            </a:pPr>
            <a:r>
              <a:rPr lang="vi-VN" b="1">
                <a:latin typeface="+mj-lt"/>
              </a:rPr>
              <a:t>Ví dụ: </a:t>
            </a:r>
          </a:p>
          <a:p>
            <a:pPr>
              <a:lnSpc>
                <a:spcPct val="150000"/>
              </a:lnSpc>
            </a:pPr>
            <a:r>
              <a:rPr lang="vi-VN">
                <a:latin typeface="+mj-lt"/>
              </a:rPr>
              <a:t>	[582, 17, 1712, 301] “WinMart”  BRAND</a:t>
            </a:r>
          </a:p>
          <a:p>
            <a:pPr>
              <a:lnSpc>
                <a:spcPct val="150000"/>
              </a:lnSpc>
            </a:pPr>
            <a:r>
              <a:rPr lang="vi-VN">
                <a:latin typeface="+mj-lt"/>
              </a:rPr>
              <a:t>	[1011, 259, 1736, 273] “TƯƠI NGON THƯỢNG HẠNG!”  O</a:t>
            </a:r>
            <a:endParaRPr lang="vi-VN"/>
          </a:p>
        </p:txBody>
      </p:sp>
    </p:spTree>
    <p:extLst>
      <p:ext uri="{BB962C8B-B14F-4D97-AF65-F5344CB8AC3E}">
        <p14:creationId xmlns:p14="http://schemas.microsoft.com/office/powerpoint/2010/main" val="1690643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D35A-96EB-E5B2-4BC4-424C4BB4E5D0}"/>
              </a:ext>
            </a:extLst>
          </p:cNvPr>
          <p:cNvSpPr>
            <a:spLocks noGrp="1"/>
          </p:cNvSpPr>
          <p:nvPr>
            <p:ph type="title"/>
          </p:nvPr>
        </p:nvSpPr>
        <p:spPr/>
        <p:txBody>
          <a:bodyPr/>
          <a:lstStyle/>
          <a:p>
            <a:r>
              <a:rPr lang="vi-VN"/>
              <a:t>Kết quả thực nghiệm mô hình ngôn ngữ lớn</a:t>
            </a:r>
          </a:p>
        </p:txBody>
      </p:sp>
      <p:graphicFrame>
        <p:nvGraphicFramePr>
          <p:cNvPr id="4" name="Table 3">
            <a:extLst>
              <a:ext uri="{FF2B5EF4-FFF2-40B4-BE49-F238E27FC236}">
                <a16:creationId xmlns:a16="http://schemas.microsoft.com/office/drawing/2014/main" id="{E5A0CD28-7756-A9BE-4A58-E220318EEDB1}"/>
              </a:ext>
            </a:extLst>
          </p:cNvPr>
          <p:cNvGraphicFramePr>
            <a:graphicFrameLocks noGrp="1"/>
          </p:cNvGraphicFramePr>
          <p:nvPr>
            <p:extLst>
              <p:ext uri="{D42A27DB-BD31-4B8C-83A1-F6EECF244321}">
                <p14:modId xmlns:p14="http://schemas.microsoft.com/office/powerpoint/2010/main" val="1017341753"/>
              </p:ext>
            </p:extLst>
          </p:nvPr>
        </p:nvGraphicFramePr>
        <p:xfrm>
          <a:off x="838200" y="1299882"/>
          <a:ext cx="10515600" cy="2788026"/>
        </p:xfrm>
        <a:graphic>
          <a:graphicData uri="http://schemas.openxmlformats.org/drawingml/2006/table">
            <a:tbl>
              <a:tblPr>
                <a:tableStyleId>{69CF1AB2-1976-4502-BF36-3FF5EA218861}</a:tableStyleId>
              </a:tblPr>
              <a:tblGrid>
                <a:gridCol w="2103120">
                  <a:extLst>
                    <a:ext uri="{9D8B030D-6E8A-4147-A177-3AD203B41FA5}">
                      <a16:colId xmlns:a16="http://schemas.microsoft.com/office/drawing/2014/main" val="110282724"/>
                    </a:ext>
                  </a:extLst>
                </a:gridCol>
                <a:gridCol w="2103120">
                  <a:extLst>
                    <a:ext uri="{9D8B030D-6E8A-4147-A177-3AD203B41FA5}">
                      <a16:colId xmlns:a16="http://schemas.microsoft.com/office/drawing/2014/main" val="3347205042"/>
                    </a:ext>
                  </a:extLst>
                </a:gridCol>
                <a:gridCol w="2103120">
                  <a:extLst>
                    <a:ext uri="{9D8B030D-6E8A-4147-A177-3AD203B41FA5}">
                      <a16:colId xmlns:a16="http://schemas.microsoft.com/office/drawing/2014/main" val="940579446"/>
                    </a:ext>
                  </a:extLst>
                </a:gridCol>
                <a:gridCol w="2103120">
                  <a:extLst>
                    <a:ext uri="{9D8B030D-6E8A-4147-A177-3AD203B41FA5}">
                      <a16:colId xmlns:a16="http://schemas.microsoft.com/office/drawing/2014/main" val="2940435389"/>
                    </a:ext>
                  </a:extLst>
                </a:gridCol>
                <a:gridCol w="2103120">
                  <a:extLst>
                    <a:ext uri="{9D8B030D-6E8A-4147-A177-3AD203B41FA5}">
                      <a16:colId xmlns:a16="http://schemas.microsoft.com/office/drawing/2014/main" val="1514447406"/>
                    </a:ext>
                  </a:extLst>
                </a:gridCol>
              </a:tblGrid>
              <a:tr h="516300">
                <a:tc>
                  <a:txBody>
                    <a:bodyPr/>
                    <a:lstStyle/>
                    <a:p>
                      <a:pPr algn="ctr" rtl="0" fontAlgn="b">
                        <a:buNone/>
                      </a:pPr>
                      <a:r>
                        <a:rPr lang="vi-VN" sz="1600" b="1">
                          <a:effectLst/>
                        </a:rPr>
                        <a:t>Trường thông tin</a:t>
                      </a:r>
                    </a:p>
                  </a:txBody>
                  <a:tcPr marL="22860" marR="22860" marT="15240" marB="15240" anchor="ctr"/>
                </a:tc>
                <a:tc>
                  <a:txBody>
                    <a:bodyPr/>
                    <a:lstStyle/>
                    <a:p>
                      <a:pPr algn="ctr" rtl="0" fontAlgn="b">
                        <a:buNone/>
                      </a:pPr>
                      <a:r>
                        <a:rPr lang="vi-VN" sz="1600" b="1">
                          <a:effectLst/>
                        </a:rPr>
                        <a:t>Base Exact</a:t>
                      </a:r>
                    </a:p>
                  </a:txBody>
                  <a:tcPr marL="22860" marR="22860" marT="15240" marB="15240" anchor="ctr"/>
                </a:tc>
                <a:tc>
                  <a:txBody>
                    <a:bodyPr/>
                    <a:lstStyle/>
                    <a:p>
                      <a:pPr algn="ctr" rtl="0" fontAlgn="b">
                        <a:buNone/>
                      </a:pPr>
                      <a:r>
                        <a:rPr lang="vi-VN" sz="1600" b="1">
                          <a:effectLst/>
                        </a:rPr>
                        <a:t>LoRA Exact</a:t>
                      </a:r>
                    </a:p>
                  </a:txBody>
                  <a:tcPr marL="22860" marR="22860" marT="15240" marB="15240" anchor="ctr"/>
                </a:tc>
                <a:tc>
                  <a:txBody>
                    <a:bodyPr/>
                    <a:lstStyle/>
                    <a:p>
                      <a:pPr algn="ctr" rtl="0" fontAlgn="b">
                        <a:buNone/>
                      </a:pPr>
                      <a:r>
                        <a:rPr lang="vi-VN" sz="1600" b="1">
                          <a:effectLst/>
                        </a:rPr>
                        <a:t>Base CER</a:t>
                      </a:r>
                    </a:p>
                  </a:txBody>
                  <a:tcPr marL="22860" marR="22860" marT="15240" marB="15240" anchor="ctr"/>
                </a:tc>
                <a:tc>
                  <a:txBody>
                    <a:bodyPr/>
                    <a:lstStyle/>
                    <a:p>
                      <a:pPr algn="ctr" rtl="0" fontAlgn="b">
                        <a:buNone/>
                      </a:pPr>
                      <a:r>
                        <a:rPr lang="vi-VN" sz="1600" b="1">
                          <a:effectLst/>
                        </a:rPr>
                        <a:t>LoRA CER</a:t>
                      </a:r>
                    </a:p>
                  </a:txBody>
                  <a:tcPr marL="22860" marR="22860" marT="15240" marB="15240" anchor="ctr"/>
                </a:tc>
                <a:extLst>
                  <a:ext uri="{0D108BD9-81ED-4DB2-BD59-A6C34878D82A}">
                    <a16:rowId xmlns:a16="http://schemas.microsoft.com/office/drawing/2014/main" val="782758822"/>
                  </a:ext>
                </a:extLst>
              </a:tr>
              <a:tr h="757242">
                <a:tc>
                  <a:txBody>
                    <a:bodyPr/>
                    <a:lstStyle/>
                    <a:p>
                      <a:pPr algn="ctr" rtl="0" fontAlgn="b">
                        <a:buNone/>
                      </a:pPr>
                      <a:r>
                        <a:rPr lang="vi-VN" sz="1600" b="1">
                          <a:effectLst/>
                        </a:rPr>
                        <a:t>BRAND (Thương hiệu)</a:t>
                      </a:r>
                    </a:p>
                  </a:txBody>
                  <a:tcPr marL="22860" marR="22860" marT="15240" marB="15240" anchor="ctr"/>
                </a:tc>
                <a:tc>
                  <a:txBody>
                    <a:bodyPr/>
                    <a:lstStyle/>
                    <a:p>
                      <a:pPr algn="ctr" rtl="0" fontAlgn="b">
                        <a:buNone/>
                      </a:pPr>
                      <a:r>
                        <a:rPr lang="vi-VN" sz="1600">
                          <a:effectLst/>
                        </a:rPr>
                        <a:t>4.0%</a:t>
                      </a:r>
                    </a:p>
                  </a:txBody>
                  <a:tcPr marL="22860" marR="22860" marT="15240" marB="15240" anchor="ctr"/>
                </a:tc>
                <a:tc>
                  <a:txBody>
                    <a:bodyPr/>
                    <a:lstStyle/>
                    <a:p>
                      <a:pPr algn="ctr" rtl="0" fontAlgn="b">
                        <a:buNone/>
                      </a:pPr>
                      <a:r>
                        <a:rPr lang="vi-VN" sz="1600" b="1">
                          <a:effectLst/>
                        </a:rPr>
                        <a:t>55.4%</a:t>
                      </a:r>
                    </a:p>
                  </a:txBody>
                  <a:tcPr marL="22860" marR="22860" marT="15240" marB="15240" anchor="ctr"/>
                </a:tc>
                <a:tc>
                  <a:txBody>
                    <a:bodyPr/>
                    <a:lstStyle/>
                    <a:p>
                      <a:pPr algn="ctr" rtl="0" fontAlgn="b">
                        <a:buNone/>
                      </a:pPr>
                      <a:r>
                        <a:rPr lang="vi-VN" sz="1600">
                          <a:effectLst/>
                        </a:rPr>
                        <a:t>82.9%</a:t>
                      </a:r>
                    </a:p>
                  </a:txBody>
                  <a:tcPr marL="22860" marR="22860" marT="15240" marB="15240" anchor="ctr"/>
                </a:tc>
                <a:tc>
                  <a:txBody>
                    <a:bodyPr/>
                    <a:lstStyle/>
                    <a:p>
                      <a:pPr algn="ctr" rtl="0" fontAlgn="b">
                        <a:buNone/>
                      </a:pPr>
                      <a:r>
                        <a:rPr lang="vi-VN" sz="1600" b="1">
                          <a:effectLst/>
                        </a:rPr>
                        <a:t>40.0%</a:t>
                      </a:r>
                    </a:p>
                  </a:txBody>
                  <a:tcPr marL="22860" marR="22860" marT="15240" marB="15240" anchor="ctr"/>
                </a:tc>
                <a:extLst>
                  <a:ext uri="{0D108BD9-81ED-4DB2-BD59-A6C34878D82A}">
                    <a16:rowId xmlns:a16="http://schemas.microsoft.com/office/drawing/2014/main" val="3754040286"/>
                  </a:ext>
                </a:extLst>
              </a:tr>
              <a:tr h="757242">
                <a:tc>
                  <a:txBody>
                    <a:bodyPr/>
                    <a:lstStyle/>
                    <a:p>
                      <a:pPr algn="ctr" rtl="0" fontAlgn="b">
                        <a:buNone/>
                      </a:pPr>
                      <a:r>
                        <a:rPr lang="vi-VN" sz="1600" b="1">
                          <a:effectLst/>
                        </a:rPr>
                        <a:t>SERVICE (Dịch vụ)</a:t>
                      </a:r>
                    </a:p>
                  </a:txBody>
                  <a:tcPr marL="22860" marR="22860" marT="15240" marB="15240" anchor="ctr"/>
                </a:tc>
                <a:tc>
                  <a:txBody>
                    <a:bodyPr/>
                    <a:lstStyle/>
                    <a:p>
                      <a:pPr algn="ctr" rtl="0" fontAlgn="b">
                        <a:buNone/>
                      </a:pPr>
                      <a:r>
                        <a:rPr lang="vi-VN" sz="1600">
                          <a:effectLst/>
                        </a:rPr>
                        <a:t>5.0%</a:t>
                      </a:r>
                    </a:p>
                  </a:txBody>
                  <a:tcPr marL="22860" marR="22860" marT="15240" marB="15240" anchor="ctr"/>
                </a:tc>
                <a:tc>
                  <a:txBody>
                    <a:bodyPr/>
                    <a:lstStyle/>
                    <a:p>
                      <a:pPr algn="ctr" rtl="0" fontAlgn="b">
                        <a:buNone/>
                      </a:pPr>
                      <a:r>
                        <a:rPr lang="vi-VN" sz="1600" b="1">
                          <a:effectLst/>
                        </a:rPr>
                        <a:t>58.4%</a:t>
                      </a:r>
                    </a:p>
                  </a:txBody>
                  <a:tcPr marL="22860" marR="22860" marT="15240" marB="15240" anchor="ctr"/>
                </a:tc>
                <a:tc>
                  <a:txBody>
                    <a:bodyPr/>
                    <a:lstStyle/>
                    <a:p>
                      <a:pPr algn="ctr" rtl="0" fontAlgn="b">
                        <a:buNone/>
                      </a:pPr>
                      <a:r>
                        <a:rPr lang="vi-VN" sz="1600">
                          <a:effectLst/>
                        </a:rPr>
                        <a:t>109.4%</a:t>
                      </a:r>
                    </a:p>
                  </a:txBody>
                  <a:tcPr marL="22860" marR="22860" marT="15240" marB="15240" anchor="ctr"/>
                </a:tc>
                <a:tc>
                  <a:txBody>
                    <a:bodyPr/>
                    <a:lstStyle/>
                    <a:p>
                      <a:pPr algn="ctr" rtl="0" fontAlgn="b">
                        <a:buNone/>
                      </a:pPr>
                      <a:r>
                        <a:rPr lang="vi-VN" sz="1600" b="1">
                          <a:effectLst/>
                        </a:rPr>
                        <a:t>60.3%</a:t>
                      </a:r>
                    </a:p>
                  </a:txBody>
                  <a:tcPr marL="22860" marR="22860" marT="15240" marB="15240" anchor="ctr"/>
                </a:tc>
                <a:extLst>
                  <a:ext uri="{0D108BD9-81ED-4DB2-BD59-A6C34878D82A}">
                    <a16:rowId xmlns:a16="http://schemas.microsoft.com/office/drawing/2014/main" val="419613068"/>
                  </a:ext>
                </a:extLst>
              </a:tr>
              <a:tr h="757242">
                <a:tc>
                  <a:txBody>
                    <a:bodyPr/>
                    <a:lstStyle/>
                    <a:p>
                      <a:pPr algn="ctr" rtl="0" fontAlgn="b">
                        <a:buNone/>
                      </a:pPr>
                      <a:r>
                        <a:rPr lang="vi-VN" sz="1600" b="1">
                          <a:effectLst/>
                        </a:rPr>
                        <a:t>O (Nhiễu/Khác)</a:t>
                      </a:r>
                    </a:p>
                  </a:txBody>
                  <a:tcPr marL="22860" marR="22860" marT="15240" marB="15240" anchor="ctr"/>
                </a:tc>
                <a:tc>
                  <a:txBody>
                    <a:bodyPr/>
                    <a:lstStyle/>
                    <a:p>
                      <a:pPr algn="ctr" rtl="0" fontAlgn="b">
                        <a:buNone/>
                      </a:pPr>
                      <a:r>
                        <a:rPr lang="vi-VN" sz="1600">
                          <a:effectLst/>
                        </a:rPr>
                        <a:t>42.6%</a:t>
                      </a:r>
                    </a:p>
                  </a:txBody>
                  <a:tcPr marL="22860" marR="22860" marT="15240" marB="15240" anchor="ctr"/>
                </a:tc>
                <a:tc>
                  <a:txBody>
                    <a:bodyPr/>
                    <a:lstStyle/>
                    <a:p>
                      <a:pPr algn="ctr" rtl="0" fontAlgn="b">
                        <a:buNone/>
                      </a:pPr>
                      <a:r>
                        <a:rPr lang="vi-VN" sz="1600" b="1">
                          <a:effectLst/>
                        </a:rPr>
                        <a:t>52.5%</a:t>
                      </a:r>
                    </a:p>
                  </a:txBody>
                  <a:tcPr marL="22860" marR="22860" marT="15240" marB="15240" anchor="ctr"/>
                </a:tc>
                <a:tc>
                  <a:txBody>
                    <a:bodyPr/>
                    <a:lstStyle/>
                    <a:p>
                      <a:pPr algn="ctr" rtl="0" fontAlgn="b">
                        <a:buNone/>
                      </a:pPr>
                      <a:r>
                        <a:rPr lang="vi-VN" sz="1600">
                          <a:effectLst/>
                        </a:rPr>
                        <a:t>131.3%</a:t>
                      </a:r>
                    </a:p>
                  </a:txBody>
                  <a:tcPr marL="22860" marR="22860" marT="15240" marB="15240" anchor="ctr"/>
                </a:tc>
                <a:tc>
                  <a:txBody>
                    <a:bodyPr/>
                    <a:lstStyle/>
                    <a:p>
                      <a:pPr algn="ctr" rtl="0" fontAlgn="b">
                        <a:buNone/>
                      </a:pPr>
                      <a:r>
                        <a:rPr lang="vi-VN" sz="1600" b="1">
                          <a:effectLst/>
                        </a:rPr>
                        <a:t>115.4%</a:t>
                      </a:r>
                    </a:p>
                  </a:txBody>
                  <a:tcPr marL="22860" marR="22860" marT="15240" marB="15240" anchor="ctr"/>
                </a:tc>
                <a:extLst>
                  <a:ext uri="{0D108BD9-81ED-4DB2-BD59-A6C34878D82A}">
                    <a16:rowId xmlns:a16="http://schemas.microsoft.com/office/drawing/2014/main" val="4095394982"/>
                  </a:ext>
                </a:extLst>
              </a:tr>
            </a:tbl>
          </a:graphicData>
        </a:graphic>
      </p:graphicFrame>
      <p:sp>
        <p:nvSpPr>
          <p:cNvPr id="9" name="TextBox 8">
            <a:extLst>
              <a:ext uri="{FF2B5EF4-FFF2-40B4-BE49-F238E27FC236}">
                <a16:creationId xmlns:a16="http://schemas.microsoft.com/office/drawing/2014/main" id="{17042718-9954-A052-5888-B3367A76EB29}"/>
              </a:ext>
            </a:extLst>
          </p:cNvPr>
          <p:cNvSpPr txBox="1"/>
          <p:nvPr/>
        </p:nvSpPr>
        <p:spPr>
          <a:xfrm>
            <a:off x="838200" y="4204349"/>
            <a:ext cx="10515600" cy="2062872"/>
          </a:xfrm>
          <a:prstGeom prst="rect">
            <a:avLst/>
          </a:prstGeom>
          <a:noFill/>
        </p:spPr>
        <p:txBody>
          <a:bodyPr wrap="square">
            <a:spAutoFit/>
          </a:bodyPr>
          <a:lstStyle/>
          <a:p>
            <a:pPr lvl="3">
              <a:lnSpc>
                <a:spcPct val="150000"/>
              </a:lnSpc>
            </a:pPr>
            <a:r>
              <a:rPr lang="vi-VN" sz="2200" b="1">
                <a:latin typeface="+mj-lt"/>
              </a:rPr>
              <a:t>LoRA: </a:t>
            </a:r>
            <a:r>
              <a:rPr lang="vi-VN" sz="2200">
                <a:latin typeface="+mj-lt"/>
              </a:rPr>
              <a:t>Kỹ thuật tinh chỉnh giúp mô hình học kiến thức mới mà không cần huấn luyện lại toàn bộ mô hình (chỉ cập nhật một phần nhỏ trọng số).</a:t>
            </a:r>
          </a:p>
          <a:p>
            <a:pPr lvl="3">
              <a:lnSpc>
                <a:spcPct val="150000"/>
              </a:lnSpc>
            </a:pPr>
            <a:r>
              <a:rPr lang="vi-VN" sz="2200" b="1">
                <a:latin typeface="+mj-lt"/>
              </a:rPr>
              <a:t>Exact Match:</a:t>
            </a:r>
            <a:r>
              <a:rPr lang="vi-VN" sz="2200">
                <a:latin typeface="+mj-lt"/>
              </a:rPr>
              <a:t> Tỉ lệ trích xuất đúng 100% so với nhãn gốc.</a:t>
            </a:r>
          </a:p>
          <a:p>
            <a:pPr lvl="3">
              <a:lnSpc>
                <a:spcPct val="150000"/>
              </a:lnSpc>
            </a:pPr>
            <a:r>
              <a:rPr lang="vi-VN" sz="2200" b="1">
                <a:latin typeface="+mj-lt"/>
              </a:rPr>
              <a:t>CER (Character Error Rate): </a:t>
            </a:r>
            <a:r>
              <a:rPr lang="vi-VN" sz="2200">
                <a:latin typeface="+mj-lt"/>
              </a:rPr>
              <a:t>Tỉ lệ lỗi ký tự (sai, thiếu, thừa). Chỉ số càng thấp càng tốt.</a:t>
            </a:r>
          </a:p>
        </p:txBody>
      </p:sp>
    </p:spTree>
    <p:extLst>
      <p:ext uri="{BB962C8B-B14F-4D97-AF65-F5344CB8AC3E}">
        <p14:creationId xmlns:p14="http://schemas.microsoft.com/office/powerpoint/2010/main" val="455085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3AC0C-3313-2B2F-670F-AA1618E72929}"/>
              </a:ext>
            </a:extLst>
          </p:cNvPr>
          <p:cNvSpPr>
            <a:spLocks noGrp="1"/>
          </p:cNvSpPr>
          <p:nvPr>
            <p:ph type="title"/>
          </p:nvPr>
        </p:nvSpPr>
        <p:spPr/>
        <p:txBody>
          <a:bodyPr/>
          <a:lstStyle/>
          <a:p>
            <a:r>
              <a:rPr lang="vi-VN"/>
              <a:t>Phần 2: Dữ liệu phân loại danh mục</a:t>
            </a:r>
          </a:p>
        </p:txBody>
      </p:sp>
      <p:sp>
        <p:nvSpPr>
          <p:cNvPr id="3" name="Text Placeholder 2">
            <a:extLst>
              <a:ext uri="{FF2B5EF4-FFF2-40B4-BE49-F238E27FC236}">
                <a16:creationId xmlns:a16="http://schemas.microsoft.com/office/drawing/2014/main" id="{F01F0472-3447-B024-2FCB-94D3C11FAD6E}"/>
              </a:ext>
            </a:extLst>
          </p:cNvPr>
          <p:cNvSpPr>
            <a:spLocks noGrp="1"/>
          </p:cNvSpPr>
          <p:nvPr>
            <p:ph type="body" idx="1"/>
          </p:nvPr>
        </p:nvSpPr>
        <p:spPr>
          <a:xfrm>
            <a:off x="838200" y="1477569"/>
            <a:ext cx="10515599" cy="4663256"/>
          </a:xfrm>
        </p:spPr>
        <p:txBody>
          <a:bodyPr>
            <a:normAutofit/>
          </a:bodyPr>
          <a:lstStyle/>
          <a:p>
            <a:pPr algn="l">
              <a:lnSpc>
                <a:spcPct val="150000"/>
              </a:lnSpc>
            </a:pPr>
            <a:r>
              <a:rPr lang="vi-VN" b="1">
                <a:latin typeface="+mj-lt"/>
              </a:rPr>
              <a:t>Dữ liệu: </a:t>
            </a:r>
            <a:r>
              <a:rPr lang="vi-VN">
                <a:latin typeface="+mj-lt"/>
              </a:rPr>
              <a:t>Thực tế từ biển hiệu và tăng cường dữ liệu bằng từ điển tự soạn, đảm bảo phân bổ đồng đều ~1.000 mẫu/lớp.</a:t>
            </a:r>
          </a:p>
        </p:txBody>
      </p:sp>
    </p:spTree>
    <p:extLst>
      <p:ext uri="{BB962C8B-B14F-4D97-AF65-F5344CB8AC3E}">
        <p14:creationId xmlns:p14="http://schemas.microsoft.com/office/powerpoint/2010/main" val="1688603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936C-9EAF-7EA4-4C4F-81CC13C14A7A}"/>
              </a:ext>
            </a:extLst>
          </p:cNvPr>
          <p:cNvSpPr>
            <a:spLocks noGrp="1"/>
          </p:cNvSpPr>
          <p:nvPr>
            <p:ph type="title"/>
          </p:nvPr>
        </p:nvSpPr>
        <p:spPr/>
        <p:txBody>
          <a:bodyPr/>
          <a:lstStyle/>
          <a:p>
            <a:r>
              <a:rPr lang="vi-VN"/>
              <a:t>Bảng dữ tổng quan các lớp dữ liệu của mô hình phân loại</a:t>
            </a:r>
          </a:p>
        </p:txBody>
      </p:sp>
      <p:graphicFrame>
        <p:nvGraphicFramePr>
          <p:cNvPr id="4" name="Table 3">
            <a:extLst>
              <a:ext uri="{FF2B5EF4-FFF2-40B4-BE49-F238E27FC236}">
                <a16:creationId xmlns:a16="http://schemas.microsoft.com/office/drawing/2014/main" id="{EE617127-2063-0B7E-0DA1-5E67BF1869C4}"/>
              </a:ext>
            </a:extLst>
          </p:cNvPr>
          <p:cNvGraphicFramePr>
            <a:graphicFrameLocks noGrp="1"/>
          </p:cNvGraphicFramePr>
          <p:nvPr>
            <p:extLst>
              <p:ext uri="{D42A27DB-BD31-4B8C-83A1-F6EECF244321}">
                <p14:modId xmlns:p14="http://schemas.microsoft.com/office/powerpoint/2010/main" val="2952166244"/>
              </p:ext>
            </p:extLst>
          </p:nvPr>
        </p:nvGraphicFramePr>
        <p:xfrm>
          <a:off x="838199" y="1547446"/>
          <a:ext cx="10515600" cy="4478455"/>
        </p:xfrm>
        <a:graphic>
          <a:graphicData uri="http://schemas.openxmlformats.org/drawingml/2006/table">
            <a:tbl>
              <a:tblPr>
                <a:tableStyleId>{BDBED569-4797-4DF1-A0F4-6AAB3CD982D8}</a:tableStyleId>
              </a:tblPr>
              <a:tblGrid>
                <a:gridCol w="1236786">
                  <a:extLst>
                    <a:ext uri="{9D8B030D-6E8A-4147-A177-3AD203B41FA5}">
                      <a16:colId xmlns:a16="http://schemas.microsoft.com/office/drawing/2014/main" val="753172978"/>
                    </a:ext>
                  </a:extLst>
                </a:gridCol>
                <a:gridCol w="2672861">
                  <a:extLst>
                    <a:ext uri="{9D8B030D-6E8A-4147-A177-3AD203B41FA5}">
                      <a16:colId xmlns:a16="http://schemas.microsoft.com/office/drawing/2014/main" val="146004255"/>
                    </a:ext>
                  </a:extLst>
                </a:gridCol>
                <a:gridCol w="1348153">
                  <a:extLst>
                    <a:ext uri="{9D8B030D-6E8A-4147-A177-3AD203B41FA5}">
                      <a16:colId xmlns:a16="http://schemas.microsoft.com/office/drawing/2014/main" val="1234146713"/>
                    </a:ext>
                  </a:extLst>
                </a:gridCol>
                <a:gridCol w="1245578">
                  <a:extLst>
                    <a:ext uri="{9D8B030D-6E8A-4147-A177-3AD203B41FA5}">
                      <a16:colId xmlns:a16="http://schemas.microsoft.com/office/drawing/2014/main" val="1837882710"/>
                    </a:ext>
                  </a:extLst>
                </a:gridCol>
                <a:gridCol w="2620108">
                  <a:extLst>
                    <a:ext uri="{9D8B030D-6E8A-4147-A177-3AD203B41FA5}">
                      <a16:colId xmlns:a16="http://schemas.microsoft.com/office/drawing/2014/main" val="1310587671"/>
                    </a:ext>
                  </a:extLst>
                </a:gridCol>
                <a:gridCol w="1392114">
                  <a:extLst>
                    <a:ext uri="{9D8B030D-6E8A-4147-A177-3AD203B41FA5}">
                      <a16:colId xmlns:a16="http://schemas.microsoft.com/office/drawing/2014/main" val="1319854170"/>
                    </a:ext>
                  </a:extLst>
                </a:gridCol>
              </a:tblGrid>
              <a:tr h="526425">
                <a:tc>
                  <a:txBody>
                    <a:bodyPr/>
                    <a:lstStyle/>
                    <a:p>
                      <a:pPr algn="ctr" rtl="0" fontAlgn="b">
                        <a:buNone/>
                      </a:pPr>
                      <a:r>
                        <a:rPr lang="vi-VN" sz="1800" b="1">
                          <a:effectLst/>
                        </a:rPr>
                        <a:t>STT</a:t>
                      </a:r>
                      <a:endParaRPr lang="vi-VN" sz="1800" b="1">
                        <a:effectLst/>
                        <a:latin typeface="+mj-lt"/>
                      </a:endParaRPr>
                    </a:p>
                  </a:txBody>
                  <a:tcPr marL="13542" marR="13542" marT="9028" marB="9028" anchor="ctr"/>
                </a:tc>
                <a:tc>
                  <a:txBody>
                    <a:bodyPr/>
                    <a:lstStyle/>
                    <a:p>
                      <a:pPr algn="ctr" rtl="0" fontAlgn="b">
                        <a:buNone/>
                      </a:pPr>
                      <a:r>
                        <a:rPr lang="vi-VN" sz="1800" b="1">
                          <a:effectLst/>
                        </a:rPr>
                        <a:t>Nhóm ngành nghề</a:t>
                      </a:r>
                      <a:endParaRPr lang="vi-VN" sz="1800" b="1">
                        <a:effectLst/>
                        <a:latin typeface="+mj-lt"/>
                      </a:endParaRPr>
                    </a:p>
                  </a:txBody>
                  <a:tcPr marL="13542" marR="13542" marT="9028" marB="9028" anchor="ctr"/>
                </a:tc>
                <a:tc>
                  <a:txBody>
                    <a:bodyPr/>
                    <a:lstStyle/>
                    <a:p>
                      <a:pPr algn="ctr" rtl="0" fontAlgn="b">
                        <a:buNone/>
                      </a:pPr>
                      <a:r>
                        <a:rPr lang="vi-VN" sz="1800" b="1">
                          <a:effectLst/>
                        </a:rPr>
                        <a:t>Số lượng</a:t>
                      </a:r>
                      <a:endParaRPr lang="vi-VN" sz="1800" b="1">
                        <a:effectLst/>
                        <a:latin typeface="+mj-lt"/>
                      </a:endParaRPr>
                    </a:p>
                  </a:txBody>
                  <a:tcPr marL="13542" marR="13542" marT="9028" marB="9028" anchor="ctr"/>
                </a:tc>
                <a:tc>
                  <a:txBody>
                    <a:bodyPr/>
                    <a:lstStyle/>
                    <a:p>
                      <a:pPr algn="ctr" rtl="0" fontAlgn="b">
                        <a:buNone/>
                      </a:pPr>
                      <a:r>
                        <a:rPr lang="vi-VN" sz="1800" b="1">
                          <a:effectLst/>
                        </a:rPr>
                        <a:t>STT</a:t>
                      </a:r>
                      <a:endParaRPr lang="vi-VN" sz="1800" b="1">
                        <a:effectLst/>
                        <a:latin typeface="+mj-lt"/>
                      </a:endParaRPr>
                    </a:p>
                  </a:txBody>
                  <a:tcPr marL="13542" marR="13542" marT="9028" marB="9028" anchor="ctr"/>
                </a:tc>
                <a:tc>
                  <a:txBody>
                    <a:bodyPr/>
                    <a:lstStyle/>
                    <a:p>
                      <a:pPr algn="ctr" rtl="0" fontAlgn="b">
                        <a:buNone/>
                      </a:pPr>
                      <a:r>
                        <a:rPr lang="vi-VN" sz="1800" b="1">
                          <a:effectLst/>
                        </a:rPr>
                        <a:t>Nhóm ngành nghề </a:t>
                      </a:r>
                      <a:endParaRPr lang="vi-VN" sz="1800" b="1">
                        <a:effectLst/>
                        <a:latin typeface="+mj-lt"/>
                      </a:endParaRPr>
                    </a:p>
                  </a:txBody>
                  <a:tcPr marL="13542" marR="13542" marT="9028" marB="9028" anchor="ctr"/>
                </a:tc>
                <a:tc>
                  <a:txBody>
                    <a:bodyPr/>
                    <a:lstStyle/>
                    <a:p>
                      <a:pPr algn="ctr" rtl="0" fontAlgn="b">
                        <a:buNone/>
                      </a:pPr>
                      <a:r>
                        <a:rPr lang="vi-VN" sz="1800" b="1">
                          <a:effectLst/>
                        </a:rPr>
                        <a:t>Số lượng</a:t>
                      </a:r>
                      <a:endParaRPr lang="vi-VN" sz="1800" b="1">
                        <a:effectLst/>
                        <a:latin typeface="+mj-lt"/>
                      </a:endParaRPr>
                    </a:p>
                  </a:txBody>
                  <a:tcPr marL="13542" marR="13542" marT="9028" marB="9028" anchor="ctr"/>
                </a:tc>
                <a:extLst>
                  <a:ext uri="{0D108BD9-81ED-4DB2-BD59-A6C34878D82A}">
                    <a16:rowId xmlns:a16="http://schemas.microsoft.com/office/drawing/2014/main" val="2846632567"/>
                  </a:ext>
                </a:extLst>
              </a:tr>
              <a:tr h="569748">
                <a:tc>
                  <a:txBody>
                    <a:bodyPr/>
                    <a:lstStyle/>
                    <a:p>
                      <a:pPr algn="ctr" rtl="0" fontAlgn="b">
                        <a:buNone/>
                      </a:pPr>
                      <a:r>
                        <a:rPr lang="vi-VN" sz="1800">
                          <a:effectLst/>
                        </a:rPr>
                        <a:t>1</a:t>
                      </a:r>
                      <a:endParaRPr lang="vi-VN" sz="1800">
                        <a:effectLst/>
                        <a:latin typeface="+mj-lt"/>
                      </a:endParaRPr>
                    </a:p>
                  </a:txBody>
                  <a:tcPr marL="13542" marR="13542" marT="9028" marB="9028" anchor="ctr"/>
                </a:tc>
                <a:tc>
                  <a:txBody>
                    <a:bodyPr/>
                    <a:lstStyle/>
                    <a:p>
                      <a:pPr algn="ctr" rtl="0" fontAlgn="b">
                        <a:buNone/>
                      </a:pPr>
                      <a:r>
                        <a:rPr lang="vi-VN" sz="1800">
                          <a:effectLst/>
                        </a:rPr>
                        <a:t>Tài Chính &amp; Doanh Nghiệp</a:t>
                      </a:r>
                      <a:endParaRPr lang="vi-VN" sz="1800">
                        <a:effectLst/>
                        <a:latin typeface="+mj-lt"/>
                      </a:endParaRPr>
                    </a:p>
                  </a:txBody>
                  <a:tcPr marL="13542" marR="13542" marT="9028" marB="9028" anchor="ctr"/>
                </a:tc>
                <a:tc>
                  <a:txBody>
                    <a:bodyPr/>
                    <a:lstStyle/>
                    <a:p>
                      <a:pPr algn="ctr" rtl="0" fontAlgn="b">
                        <a:buNone/>
                      </a:pPr>
                      <a:r>
                        <a:rPr lang="vi-VN" sz="1800" b="0">
                          <a:effectLst/>
                        </a:rPr>
                        <a:t>1.063</a:t>
                      </a:r>
                      <a:endParaRPr lang="vi-VN" sz="1800" b="0">
                        <a:effectLst/>
                        <a:latin typeface="+mj-lt"/>
                      </a:endParaRPr>
                    </a:p>
                  </a:txBody>
                  <a:tcPr marL="13542" marR="13542" marT="9028" marB="9028" anchor="ctr"/>
                </a:tc>
                <a:tc>
                  <a:txBody>
                    <a:bodyPr/>
                    <a:lstStyle/>
                    <a:p>
                      <a:pPr algn="ctr" rtl="0" fontAlgn="b">
                        <a:buNone/>
                      </a:pPr>
                      <a:r>
                        <a:rPr lang="vi-VN" sz="1800">
                          <a:effectLst/>
                        </a:rPr>
                        <a:t>10</a:t>
                      </a:r>
                      <a:endParaRPr lang="vi-VN" sz="1800">
                        <a:effectLst/>
                        <a:latin typeface="+mj-lt"/>
                      </a:endParaRPr>
                    </a:p>
                  </a:txBody>
                  <a:tcPr marL="13542" marR="13542" marT="9028" marB="9028" anchor="ctr"/>
                </a:tc>
                <a:tc>
                  <a:txBody>
                    <a:bodyPr/>
                    <a:lstStyle/>
                    <a:p>
                      <a:pPr algn="ctr" rtl="0" fontAlgn="b">
                        <a:buNone/>
                      </a:pPr>
                      <a:r>
                        <a:rPr lang="vi-VN" sz="1800" b="0">
                          <a:effectLst/>
                        </a:rPr>
                        <a:t>Giáo Dục</a:t>
                      </a:r>
                      <a:endParaRPr lang="vi-VN" sz="1800" b="0">
                        <a:effectLst/>
                        <a:latin typeface="+mj-lt"/>
                      </a:endParaRPr>
                    </a:p>
                  </a:txBody>
                  <a:tcPr marL="13542" marR="13542" marT="9028" marB="9028" anchor="ctr"/>
                </a:tc>
                <a:tc>
                  <a:txBody>
                    <a:bodyPr/>
                    <a:lstStyle/>
                    <a:p>
                      <a:pPr algn="ctr" rtl="0" fontAlgn="b">
                        <a:buNone/>
                      </a:pPr>
                      <a:r>
                        <a:rPr lang="vi-VN" sz="1800">
                          <a:effectLst/>
                        </a:rPr>
                        <a:t>1.020</a:t>
                      </a:r>
                      <a:endParaRPr lang="vi-VN" sz="1800">
                        <a:effectLst/>
                        <a:latin typeface="+mj-lt"/>
                      </a:endParaRPr>
                    </a:p>
                  </a:txBody>
                  <a:tcPr marL="13542" marR="13542" marT="9028" marB="9028" anchor="ctr"/>
                </a:tc>
                <a:extLst>
                  <a:ext uri="{0D108BD9-81ED-4DB2-BD59-A6C34878D82A}">
                    <a16:rowId xmlns:a16="http://schemas.microsoft.com/office/drawing/2014/main" val="3677748918"/>
                  </a:ext>
                </a:extLst>
              </a:tr>
              <a:tr h="399357">
                <a:tc>
                  <a:txBody>
                    <a:bodyPr/>
                    <a:lstStyle/>
                    <a:p>
                      <a:pPr algn="ctr" rtl="0" fontAlgn="b">
                        <a:buNone/>
                      </a:pPr>
                      <a:r>
                        <a:rPr lang="vi-VN" sz="1800">
                          <a:effectLst/>
                        </a:rPr>
                        <a:t>2</a:t>
                      </a:r>
                      <a:endParaRPr lang="vi-VN" sz="1800">
                        <a:effectLst/>
                        <a:latin typeface="+mj-lt"/>
                      </a:endParaRPr>
                    </a:p>
                  </a:txBody>
                  <a:tcPr marL="13542" marR="13542" marT="9028" marB="9028" anchor="ctr"/>
                </a:tc>
                <a:tc>
                  <a:txBody>
                    <a:bodyPr/>
                    <a:lstStyle/>
                    <a:p>
                      <a:pPr algn="ctr" rtl="0" fontAlgn="b">
                        <a:buNone/>
                      </a:pPr>
                      <a:r>
                        <a:rPr lang="vi-VN" sz="1800">
                          <a:effectLst/>
                        </a:rPr>
                        <a:t>Ẩm Thực</a:t>
                      </a:r>
                      <a:endParaRPr lang="vi-VN" sz="1800">
                        <a:effectLst/>
                        <a:latin typeface="+mj-lt"/>
                      </a:endParaRPr>
                    </a:p>
                  </a:txBody>
                  <a:tcPr marL="13542" marR="13542" marT="9028" marB="9028" anchor="ctr"/>
                </a:tc>
                <a:tc>
                  <a:txBody>
                    <a:bodyPr/>
                    <a:lstStyle/>
                    <a:p>
                      <a:pPr algn="ctr" rtl="0" fontAlgn="b">
                        <a:buNone/>
                      </a:pPr>
                      <a:r>
                        <a:rPr lang="vi-VN" sz="1800" b="0">
                          <a:effectLst/>
                        </a:rPr>
                        <a:t>1.057</a:t>
                      </a:r>
                      <a:endParaRPr lang="vi-VN" sz="1800" b="0">
                        <a:effectLst/>
                        <a:latin typeface="+mj-lt"/>
                      </a:endParaRPr>
                    </a:p>
                  </a:txBody>
                  <a:tcPr marL="13542" marR="13542" marT="9028" marB="9028" anchor="ctr"/>
                </a:tc>
                <a:tc>
                  <a:txBody>
                    <a:bodyPr/>
                    <a:lstStyle/>
                    <a:p>
                      <a:pPr algn="ctr" rtl="0" fontAlgn="b">
                        <a:buNone/>
                      </a:pPr>
                      <a:r>
                        <a:rPr lang="vi-VN" sz="1800">
                          <a:effectLst/>
                        </a:rPr>
                        <a:t>11</a:t>
                      </a:r>
                      <a:endParaRPr lang="vi-VN" sz="1800">
                        <a:effectLst/>
                        <a:latin typeface="+mj-lt"/>
                      </a:endParaRPr>
                    </a:p>
                  </a:txBody>
                  <a:tcPr marL="13542" marR="13542" marT="9028" marB="9028" anchor="ctr"/>
                </a:tc>
                <a:tc>
                  <a:txBody>
                    <a:bodyPr/>
                    <a:lstStyle/>
                    <a:p>
                      <a:pPr algn="ctr" rtl="0" fontAlgn="b">
                        <a:buNone/>
                      </a:pPr>
                      <a:r>
                        <a:rPr lang="vi-VN" sz="1800" b="0">
                          <a:effectLst/>
                        </a:rPr>
                        <a:t>Siêu Thị &amp; Tạp Hóa</a:t>
                      </a:r>
                      <a:endParaRPr lang="vi-VN" sz="1800" b="0">
                        <a:effectLst/>
                        <a:latin typeface="+mj-lt"/>
                      </a:endParaRPr>
                    </a:p>
                  </a:txBody>
                  <a:tcPr marL="13542" marR="13542" marT="9028" marB="9028" anchor="ctr"/>
                </a:tc>
                <a:tc>
                  <a:txBody>
                    <a:bodyPr/>
                    <a:lstStyle/>
                    <a:p>
                      <a:pPr algn="ctr" rtl="0" fontAlgn="b">
                        <a:buNone/>
                      </a:pPr>
                      <a:r>
                        <a:rPr lang="vi-VN" sz="1800">
                          <a:effectLst/>
                        </a:rPr>
                        <a:t>1.019</a:t>
                      </a:r>
                      <a:endParaRPr lang="vi-VN" sz="1800">
                        <a:effectLst/>
                        <a:latin typeface="+mj-lt"/>
                      </a:endParaRPr>
                    </a:p>
                  </a:txBody>
                  <a:tcPr marL="13542" marR="13542" marT="9028" marB="9028" anchor="ctr"/>
                </a:tc>
                <a:extLst>
                  <a:ext uri="{0D108BD9-81ED-4DB2-BD59-A6C34878D82A}">
                    <a16:rowId xmlns:a16="http://schemas.microsoft.com/office/drawing/2014/main" val="875135328"/>
                  </a:ext>
                </a:extLst>
              </a:tr>
              <a:tr h="399357">
                <a:tc>
                  <a:txBody>
                    <a:bodyPr/>
                    <a:lstStyle/>
                    <a:p>
                      <a:pPr algn="ctr" rtl="0" fontAlgn="b">
                        <a:buNone/>
                      </a:pPr>
                      <a:r>
                        <a:rPr lang="vi-VN" sz="1800">
                          <a:effectLst/>
                        </a:rPr>
                        <a:t>3</a:t>
                      </a:r>
                      <a:endParaRPr lang="vi-VN" sz="1800">
                        <a:effectLst/>
                        <a:latin typeface="+mj-lt"/>
                      </a:endParaRPr>
                    </a:p>
                  </a:txBody>
                  <a:tcPr marL="13542" marR="13542" marT="9028" marB="9028" anchor="ctr"/>
                </a:tc>
                <a:tc>
                  <a:txBody>
                    <a:bodyPr/>
                    <a:lstStyle/>
                    <a:p>
                      <a:pPr algn="ctr" rtl="0" fontAlgn="b">
                        <a:buNone/>
                      </a:pPr>
                      <a:r>
                        <a:rPr lang="vi-VN" sz="1800">
                          <a:effectLst/>
                        </a:rPr>
                        <a:t>Y Tế &amp; Sức Khỏe</a:t>
                      </a:r>
                      <a:endParaRPr lang="vi-VN" sz="1800">
                        <a:effectLst/>
                        <a:latin typeface="+mj-lt"/>
                      </a:endParaRPr>
                    </a:p>
                  </a:txBody>
                  <a:tcPr marL="13542" marR="13542" marT="9028" marB="9028" anchor="ctr"/>
                </a:tc>
                <a:tc>
                  <a:txBody>
                    <a:bodyPr/>
                    <a:lstStyle/>
                    <a:p>
                      <a:pPr algn="ctr" rtl="0" fontAlgn="b">
                        <a:buNone/>
                      </a:pPr>
                      <a:r>
                        <a:rPr lang="vi-VN" sz="1800" b="0">
                          <a:effectLst/>
                        </a:rPr>
                        <a:t>1.055</a:t>
                      </a:r>
                      <a:endParaRPr lang="vi-VN" sz="1800" b="0">
                        <a:effectLst/>
                        <a:latin typeface="+mj-lt"/>
                      </a:endParaRPr>
                    </a:p>
                  </a:txBody>
                  <a:tcPr marL="13542" marR="13542" marT="9028" marB="9028" anchor="ctr"/>
                </a:tc>
                <a:tc>
                  <a:txBody>
                    <a:bodyPr/>
                    <a:lstStyle/>
                    <a:p>
                      <a:pPr algn="ctr" rtl="0" fontAlgn="b">
                        <a:buNone/>
                      </a:pPr>
                      <a:r>
                        <a:rPr lang="vi-VN" sz="1800">
                          <a:effectLst/>
                        </a:rPr>
                        <a:t>12</a:t>
                      </a:r>
                      <a:endParaRPr lang="vi-VN" sz="1800">
                        <a:effectLst/>
                        <a:latin typeface="+mj-lt"/>
                      </a:endParaRPr>
                    </a:p>
                  </a:txBody>
                  <a:tcPr marL="13542" marR="13542" marT="9028" marB="9028" anchor="ctr"/>
                </a:tc>
                <a:tc>
                  <a:txBody>
                    <a:bodyPr/>
                    <a:lstStyle/>
                    <a:p>
                      <a:pPr algn="ctr" rtl="0" fontAlgn="b">
                        <a:buNone/>
                      </a:pPr>
                      <a:r>
                        <a:rPr lang="vi-VN" sz="1800" b="0">
                          <a:effectLst/>
                        </a:rPr>
                        <a:t>Tôn Giáo</a:t>
                      </a:r>
                      <a:endParaRPr lang="vi-VN" sz="1800" b="0">
                        <a:effectLst/>
                        <a:latin typeface="+mj-lt"/>
                      </a:endParaRPr>
                    </a:p>
                  </a:txBody>
                  <a:tcPr marL="13542" marR="13542" marT="9028" marB="9028" anchor="ctr"/>
                </a:tc>
                <a:tc>
                  <a:txBody>
                    <a:bodyPr/>
                    <a:lstStyle/>
                    <a:p>
                      <a:pPr algn="ctr" rtl="0" fontAlgn="b">
                        <a:buNone/>
                      </a:pPr>
                      <a:r>
                        <a:rPr lang="vi-VN" sz="1800">
                          <a:effectLst/>
                        </a:rPr>
                        <a:t>1.016</a:t>
                      </a:r>
                      <a:endParaRPr lang="vi-VN" sz="1800">
                        <a:effectLst/>
                        <a:latin typeface="+mj-lt"/>
                      </a:endParaRPr>
                    </a:p>
                  </a:txBody>
                  <a:tcPr marL="13542" marR="13542" marT="9028" marB="9028" anchor="ctr"/>
                </a:tc>
                <a:extLst>
                  <a:ext uri="{0D108BD9-81ED-4DB2-BD59-A6C34878D82A}">
                    <a16:rowId xmlns:a16="http://schemas.microsoft.com/office/drawing/2014/main" val="1783748967"/>
                  </a:ext>
                </a:extLst>
              </a:tr>
              <a:tr h="526425">
                <a:tc>
                  <a:txBody>
                    <a:bodyPr/>
                    <a:lstStyle/>
                    <a:p>
                      <a:pPr algn="ctr" rtl="0" fontAlgn="b">
                        <a:buNone/>
                      </a:pPr>
                      <a:r>
                        <a:rPr lang="vi-VN" sz="1800">
                          <a:effectLst/>
                        </a:rPr>
                        <a:t>4</a:t>
                      </a:r>
                      <a:endParaRPr lang="vi-VN" sz="1800">
                        <a:effectLst/>
                        <a:latin typeface="+mj-lt"/>
                      </a:endParaRPr>
                    </a:p>
                  </a:txBody>
                  <a:tcPr marL="13542" marR="13542" marT="9028" marB="9028" anchor="ctr"/>
                </a:tc>
                <a:tc>
                  <a:txBody>
                    <a:bodyPr/>
                    <a:lstStyle/>
                    <a:p>
                      <a:pPr algn="ctr" rtl="0" fontAlgn="b">
                        <a:buNone/>
                      </a:pPr>
                      <a:r>
                        <a:rPr lang="vi-VN" sz="1800">
                          <a:effectLst/>
                        </a:rPr>
                        <a:t>Hành Chính &amp; Công Cộng</a:t>
                      </a:r>
                      <a:endParaRPr lang="vi-VN" sz="1800">
                        <a:effectLst/>
                        <a:latin typeface="+mj-lt"/>
                      </a:endParaRPr>
                    </a:p>
                  </a:txBody>
                  <a:tcPr marL="13542" marR="13542" marT="9028" marB="9028" anchor="ctr"/>
                </a:tc>
                <a:tc>
                  <a:txBody>
                    <a:bodyPr/>
                    <a:lstStyle/>
                    <a:p>
                      <a:pPr algn="ctr" rtl="0" fontAlgn="b">
                        <a:buNone/>
                      </a:pPr>
                      <a:r>
                        <a:rPr lang="vi-VN" sz="1800" b="0">
                          <a:effectLst/>
                        </a:rPr>
                        <a:t>1.054</a:t>
                      </a:r>
                      <a:endParaRPr lang="vi-VN" sz="1800" b="0">
                        <a:effectLst/>
                        <a:latin typeface="+mj-lt"/>
                      </a:endParaRPr>
                    </a:p>
                  </a:txBody>
                  <a:tcPr marL="13542" marR="13542" marT="9028" marB="9028" anchor="ctr"/>
                </a:tc>
                <a:tc>
                  <a:txBody>
                    <a:bodyPr/>
                    <a:lstStyle/>
                    <a:p>
                      <a:pPr algn="ctr" rtl="0" fontAlgn="b">
                        <a:buNone/>
                      </a:pPr>
                      <a:r>
                        <a:rPr lang="vi-VN" sz="1800">
                          <a:effectLst/>
                        </a:rPr>
                        <a:t>13</a:t>
                      </a:r>
                      <a:endParaRPr lang="vi-VN" sz="1800">
                        <a:effectLst/>
                        <a:latin typeface="+mj-lt"/>
                      </a:endParaRPr>
                    </a:p>
                  </a:txBody>
                  <a:tcPr marL="13542" marR="13542" marT="9028" marB="9028" anchor="ctr"/>
                </a:tc>
                <a:tc>
                  <a:txBody>
                    <a:bodyPr/>
                    <a:lstStyle/>
                    <a:p>
                      <a:pPr algn="ctr" rtl="0" fontAlgn="b">
                        <a:buNone/>
                      </a:pPr>
                      <a:r>
                        <a:rPr lang="vi-VN" sz="1800" b="0">
                          <a:effectLst/>
                        </a:rPr>
                        <a:t>Xe Cộ &amp; Phương Tiện</a:t>
                      </a:r>
                      <a:endParaRPr lang="vi-VN" sz="1800" b="0">
                        <a:effectLst/>
                        <a:latin typeface="+mj-lt"/>
                      </a:endParaRPr>
                    </a:p>
                  </a:txBody>
                  <a:tcPr marL="13542" marR="13542" marT="9028" marB="9028" anchor="ctr"/>
                </a:tc>
                <a:tc>
                  <a:txBody>
                    <a:bodyPr/>
                    <a:lstStyle/>
                    <a:p>
                      <a:pPr algn="ctr" rtl="0" fontAlgn="b">
                        <a:buNone/>
                      </a:pPr>
                      <a:r>
                        <a:rPr lang="vi-VN" sz="1800">
                          <a:effectLst/>
                        </a:rPr>
                        <a:t>1.010</a:t>
                      </a:r>
                      <a:endParaRPr lang="vi-VN" sz="1800">
                        <a:effectLst/>
                        <a:latin typeface="+mj-lt"/>
                      </a:endParaRPr>
                    </a:p>
                  </a:txBody>
                  <a:tcPr marL="13542" marR="13542" marT="9028" marB="9028" anchor="ctr"/>
                </a:tc>
                <a:extLst>
                  <a:ext uri="{0D108BD9-81ED-4DB2-BD59-A6C34878D82A}">
                    <a16:rowId xmlns:a16="http://schemas.microsoft.com/office/drawing/2014/main" val="3237713268"/>
                  </a:ext>
                </a:extLst>
              </a:tr>
              <a:tr h="526425">
                <a:tc>
                  <a:txBody>
                    <a:bodyPr/>
                    <a:lstStyle/>
                    <a:p>
                      <a:pPr algn="ctr" rtl="0" fontAlgn="b">
                        <a:buNone/>
                      </a:pPr>
                      <a:r>
                        <a:rPr lang="vi-VN" sz="1800">
                          <a:effectLst/>
                        </a:rPr>
                        <a:t>5</a:t>
                      </a:r>
                      <a:endParaRPr lang="vi-VN" sz="1800">
                        <a:effectLst/>
                        <a:latin typeface="+mj-lt"/>
                      </a:endParaRPr>
                    </a:p>
                  </a:txBody>
                  <a:tcPr marL="13542" marR="13542" marT="9028" marB="9028" anchor="ctr"/>
                </a:tc>
                <a:tc>
                  <a:txBody>
                    <a:bodyPr/>
                    <a:lstStyle/>
                    <a:p>
                      <a:pPr algn="ctr" rtl="0" fontAlgn="b">
                        <a:buNone/>
                      </a:pPr>
                      <a:r>
                        <a:rPr lang="vi-VN" sz="1800">
                          <a:effectLst/>
                        </a:rPr>
                        <a:t>Công Nghệ &amp; Điện Máy</a:t>
                      </a:r>
                      <a:endParaRPr lang="vi-VN" sz="1800">
                        <a:effectLst/>
                        <a:latin typeface="+mj-lt"/>
                      </a:endParaRPr>
                    </a:p>
                  </a:txBody>
                  <a:tcPr marL="13542" marR="13542" marT="9028" marB="9028" anchor="ctr"/>
                </a:tc>
                <a:tc>
                  <a:txBody>
                    <a:bodyPr/>
                    <a:lstStyle/>
                    <a:p>
                      <a:pPr algn="ctr" rtl="0" fontAlgn="b">
                        <a:buNone/>
                      </a:pPr>
                      <a:r>
                        <a:rPr lang="vi-VN" sz="1800" b="0">
                          <a:effectLst/>
                        </a:rPr>
                        <a:t>1.029</a:t>
                      </a:r>
                      <a:endParaRPr lang="vi-VN" sz="1800" b="0">
                        <a:effectLst/>
                        <a:latin typeface="+mj-lt"/>
                      </a:endParaRPr>
                    </a:p>
                  </a:txBody>
                  <a:tcPr marL="13542" marR="13542" marT="9028" marB="9028" anchor="ctr"/>
                </a:tc>
                <a:tc>
                  <a:txBody>
                    <a:bodyPr/>
                    <a:lstStyle/>
                    <a:p>
                      <a:pPr algn="ctr" rtl="0" fontAlgn="b">
                        <a:buNone/>
                      </a:pPr>
                      <a:r>
                        <a:rPr lang="vi-VN" sz="1800">
                          <a:effectLst/>
                        </a:rPr>
                        <a:t>14</a:t>
                      </a:r>
                      <a:endParaRPr lang="vi-VN" sz="1800">
                        <a:effectLst/>
                        <a:latin typeface="+mj-lt"/>
                      </a:endParaRPr>
                    </a:p>
                  </a:txBody>
                  <a:tcPr marL="13542" marR="13542" marT="9028" marB="9028" anchor="ctr"/>
                </a:tc>
                <a:tc>
                  <a:txBody>
                    <a:bodyPr/>
                    <a:lstStyle/>
                    <a:p>
                      <a:pPr algn="ctr" rtl="0" fontAlgn="b">
                        <a:buNone/>
                      </a:pPr>
                      <a:r>
                        <a:rPr lang="vi-VN" sz="1800" b="0">
                          <a:effectLst/>
                        </a:rPr>
                        <a:t>Thể Thao &amp; Thể Hình</a:t>
                      </a:r>
                      <a:endParaRPr lang="vi-VN" sz="1800" b="0">
                        <a:effectLst/>
                        <a:latin typeface="+mj-lt"/>
                      </a:endParaRPr>
                    </a:p>
                  </a:txBody>
                  <a:tcPr marL="13542" marR="13542" marT="9028" marB="9028" anchor="ctr"/>
                </a:tc>
                <a:tc>
                  <a:txBody>
                    <a:bodyPr/>
                    <a:lstStyle/>
                    <a:p>
                      <a:pPr algn="ctr" rtl="0" fontAlgn="b">
                        <a:buNone/>
                      </a:pPr>
                      <a:r>
                        <a:rPr lang="vi-VN" sz="1800">
                          <a:effectLst/>
                        </a:rPr>
                        <a:t>1.002</a:t>
                      </a:r>
                      <a:endParaRPr lang="vi-VN" sz="1800">
                        <a:effectLst/>
                        <a:latin typeface="+mj-lt"/>
                      </a:endParaRPr>
                    </a:p>
                  </a:txBody>
                  <a:tcPr marL="13542" marR="13542" marT="9028" marB="9028" anchor="ctr"/>
                </a:tc>
                <a:extLst>
                  <a:ext uri="{0D108BD9-81ED-4DB2-BD59-A6C34878D82A}">
                    <a16:rowId xmlns:a16="http://schemas.microsoft.com/office/drawing/2014/main" val="1202021869"/>
                  </a:ext>
                </a:extLst>
              </a:tr>
              <a:tr h="399357">
                <a:tc>
                  <a:txBody>
                    <a:bodyPr/>
                    <a:lstStyle/>
                    <a:p>
                      <a:pPr algn="ctr" rtl="0" fontAlgn="b">
                        <a:buNone/>
                      </a:pPr>
                      <a:r>
                        <a:rPr lang="vi-VN" sz="1800">
                          <a:effectLst/>
                        </a:rPr>
                        <a:t>6</a:t>
                      </a:r>
                      <a:endParaRPr lang="vi-VN" sz="1800">
                        <a:effectLst/>
                        <a:latin typeface="+mj-lt"/>
                      </a:endParaRPr>
                    </a:p>
                  </a:txBody>
                  <a:tcPr marL="13542" marR="13542" marT="9028" marB="9028" anchor="ctr"/>
                </a:tc>
                <a:tc>
                  <a:txBody>
                    <a:bodyPr/>
                    <a:lstStyle/>
                    <a:p>
                      <a:pPr algn="ctr" rtl="0" fontAlgn="b">
                        <a:buNone/>
                      </a:pPr>
                      <a:r>
                        <a:rPr lang="vi-VN" sz="1800">
                          <a:effectLst/>
                        </a:rPr>
                        <a:t>Xây Dựng &amp; Nội Thất</a:t>
                      </a:r>
                      <a:endParaRPr lang="vi-VN" sz="1800">
                        <a:effectLst/>
                        <a:latin typeface="+mj-lt"/>
                      </a:endParaRPr>
                    </a:p>
                  </a:txBody>
                  <a:tcPr marL="13542" marR="13542" marT="9028" marB="9028" anchor="ctr"/>
                </a:tc>
                <a:tc>
                  <a:txBody>
                    <a:bodyPr/>
                    <a:lstStyle/>
                    <a:p>
                      <a:pPr algn="ctr" rtl="0" fontAlgn="b">
                        <a:buNone/>
                      </a:pPr>
                      <a:r>
                        <a:rPr lang="vi-VN" sz="1800" b="0">
                          <a:effectLst/>
                        </a:rPr>
                        <a:t>1.027</a:t>
                      </a:r>
                      <a:endParaRPr lang="vi-VN" sz="1800" b="0">
                        <a:effectLst/>
                        <a:latin typeface="+mj-lt"/>
                      </a:endParaRPr>
                    </a:p>
                  </a:txBody>
                  <a:tcPr marL="13542" marR="13542" marT="9028" marB="9028" anchor="ctr"/>
                </a:tc>
                <a:tc>
                  <a:txBody>
                    <a:bodyPr/>
                    <a:lstStyle/>
                    <a:p>
                      <a:pPr algn="ctr" rtl="0" fontAlgn="b">
                        <a:buNone/>
                      </a:pPr>
                      <a:r>
                        <a:rPr lang="vi-VN" sz="1800">
                          <a:effectLst/>
                        </a:rPr>
                        <a:t>15</a:t>
                      </a:r>
                      <a:endParaRPr lang="vi-VN" sz="1800">
                        <a:effectLst/>
                        <a:latin typeface="+mj-lt"/>
                      </a:endParaRPr>
                    </a:p>
                  </a:txBody>
                  <a:tcPr marL="13542" marR="13542" marT="9028" marB="9028" anchor="ctr"/>
                </a:tc>
                <a:tc>
                  <a:txBody>
                    <a:bodyPr/>
                    <a:lstStyle/>
                    <a:p>
                      <a:pPr algn="ctr" rtl="0" fontAlgn="b">
                        <a:buNone/>
                      </a:pPr>
                      <a:r>
                        <a:rPr lang="vi-VN" sz="1800" b="0">
                          <a:effectLst/>
                        </a:rPr>
                        <a:t>Vận Tải &amp; Kho Bãi</a:t>
                      </a:r>
                      <a:endParaRPr lang="vi-VN" sz="1800" b="0">
                        <a:effectLst/>
                        <a:latin typeface="+mj-lt"/>
                      </a:endParaRPr>
                    </a:p>
                  </a:txBody>
                  <a:tcPr marL="13542" marR="13542" marT="9028" marB="9028" anchor="ctr"/>
                </a:tc>
                <a:tc>
                  <a:txBody>
                    <a:bodyPr/>
                    <a:lstStyle/>
                    <a:p>
                      <a:pPr algn="ctr" rtl="0" fontAlgn="b">
                        <a:buNone/>
                      </a:pPr>
                      <a:r>
                        <a:rPr lang="vi-VN" sz="1800">
                          <a:effectLst/>
                        </a:rPr>
                        <a:t>1.001</a:t>
                      </a:r>
                      <a:endParaRPr lang="vi-VN" sz="1800">
                        <a:effectLst/>
                        <a:latin typeface="+mj-lt"/>
                      </a:endParaRPr>
                    </a:p>
                  </a:txBody>
                  <a:tcPr marL="13542" marR="13542" marT="9028" marB="9028" anchor="ctr"/>
                </a:tc>
                <a:extLst>
                  <a:ext uri="{0D108BD9-81ED-4DB2-BD59-A6C34878D82A}">
                    <a16:rowId xmlns:a16="http://schemas.microsoft.com/office/drawing/2014/main" val="3027888646"/>
                  </a:ext>
                </a:extLst>
              </a:tr>
              <a:tr h="272288">
                <a:tc>
                  <a:txBody>
                    <a:bodyPr/>
                    <a:lstStyle/>
                    <a:p>
                      <a:pPr algn="ctr" rtl="0" fontAlgn="b">
                        <a:buNone/>
                      </a:pPr>
                      <a:r>
                        <a:rPr lang="vi-VN" sz="1800">
                          <a:effectLst/>
                        </a:rPr>
                        <a:t>7</a:t>
                      </a:r>
                      <a:endParaRPr lang="vi-VN" sz="1800">
                        <a:effectLst/>
                        <a:latin typeface="+mj-lt"/>
                      </a:endParaRPr>
                    </a:p>
                  </a:txBody>
                  <a:tcPr marL="13542" marR="13542" marT="9028" marB="9028" anchor="ctr"/>
                </a:tc>
                <a:tc>
                  <a:txBody>
                    <a:bodyPr/>
                    <a:lstStyle/>
                    <a:p>
                      <a:pPr algn="ctr" rtl="0" fontAlgn="b">
                        <a:buNone/>
                      </a:pPr>
                      <a:r>
                        <a:rPr lang="vi-VN" sz="1800">
                          <a:effectLst/>
                        </a:rPr>
                        <a:t>Mua Sắm</a:t>
                      </a:r>
                      <a:endParaRPr lang="vi-VN" sz="1800">
                        <a:effectLst/>
                        <a:latin typeface="+mj-lt"/>
                      </a:endParaRPr>
                    </a:p>
                  </a:txBody>
                  <a:tcPr marL="13542" marR="13542" marT="9028" marB="9028" anchor="ctr"/>
                </a:tc>
                <a:tc>
                  <a:txBody>
                    <a:bodyPr/>
                    <a:lstStyle/>
                    <a:p>
                      <a:pPr algn="ctr" rtl="0" fontAlgn="b">
                        <a:buNone/>
                      </a:pPr>
                      <a:r>
                        <a:rPr lang="vi-VN" sz="1800" b="0">
                          <a:effectLst/>
                        </a:rPr>
                        <a:t>1.026</a:t>
                      </a:r>
                      <a:endParaRPr lang="vi-VN" sz="1800" b="0">
                        <a:effectLst/>
                        <a:latin typeface="+mj-lt"/>
                      </a:endParaRPr>
                    </a:p>
                  </a:txBody>
                  <a:tcPr marL="13542" marR="13542" marT="9028" marB="9028" anchor="ctr"/>
                </a:tc>
                <a:tc>
                  <a:txBody>
                    <a:bodyPr/>
                    <a:lstStyle/>
                    <a:p>
                      <a:pPr algn="ctr" rtl="0" fontAlgn="b">
                        <a:buNone/>
                      </a:pPr>
                      <a:r>
                        <a:rPr lang="vi-VN" sz="1800">
                          <a:effectLst/>
                        </a:rPr>
                        <a:t>16</a:t>
                      </a:r>
                      <a:endParaRPr lang="vi-VN" sz="1800">
                        <a:effectLst/>
                        <a:latin typeface="+mj-lt"/>
                      </a:endParaRPr>
                    </a:p>
                  </a:txBody>
                  <a:tcPr marL="13542" marR="13542" marT="9028" marB="9028" anchor="ctr"/>
                </a:tc>
                <a:tc>
                  <a:txBody>
                    <a:bodyPr/>
                    <a:lstStyle/>
                    <a:p>
                      <a:pPr algn="ctr" rtl="0" fontAlgn="b">
                        <a:buNone/>
                      </a:pPr>
                      <a:r>
                        <a:rPr lang="vi-VN" sz="1800" b="0">
                          <a:effectLst/>
                        </a:rPr>
                        <a:t>Giải Trí</a:t>
                      </a:r>
                      <a:endParaRPr lang="vi-VN" sz="1800" b="0">
                        <a:effectLst/>
                        <a:latin typeface="+mj-lt"/>
                      </a:endParaRPr>
                    </a:p>
                  </a:txBody>
                  <a:tcPr marL="13542" marR="13542" marT="9028" marB="9028" anchor="ctr"/>
                </a:tc>
                <a:tc>
                  <a:txBody>
                    <a:bodyPr/>
                    <a:lstStyle/>
                    <a:p>
                      <a:pPr algn="ctr" rtl="0" fontAlgn="b">
                        <a:buNone/>
                      </a:pPr>
                      <a:r>
                        <a:rPr lang="vi-VN" sz="1800">
                          <a:effectLst/>
                        </a:rPr>
                        <a:t>999</a:t>
                      </a:r>
                      <a:endParaRPr lang="vi-VN" sz="1800">
                        <a:effectLst/>
                        <a:latin typeface="+mj-lt"/>
                      </a:endParaRPr>
                    </a:p>
                  </a:txBody>
                  <a:tcPr marL="13542" marR="13542" marT="9028" marB="9028" anchor="ctr"/>
                </a:tc>
                <a:extLst>
                  <a:ext uri="{0D108BD9-81ED-4DB2-BD59-A6C34878D82A}">
                    <a16:rowId xmlns:a16="http://schemas.microsoft.com/office/drawing/2014/main" val="3477148672"/>
                  </a:ext>
                </a:extLst>
              </a:tr>
              <a:tr h="399357">
                <a:tc>
                  <a:txBody>
                    <a:bodyPr/>
                    <a:lstStyle/>
                    <a:p>
                      <a:pPr algn="ctr" rtl="0" fontAlgn="b">
                        <a:buNone/>
                      </a:pPr>
                      <a:r>
                        <a:rPr lang="vi-VN" sz="1800">
                          <a:effectLst/>
                        </a:rPr>
                        <a:t>8</a:t>
                      </a:r>
                      <a:endParaRPr lang="vi-VN" sz="1800">
                        <a:effectLst/>
                        <a:latin typeface="+mj-lt"/>
                      </a:endParaRPr>
                    </a:p>
                  </a:txBody>
                  <a:tcPr marL="13542" marR="13542" marT="9028" marB="9028" anchor="ctr"/>
                </a:tc>
                <a:tc>
                  <a:txBody>
                    <a:bodyPr/>
                    <a:lstStyle/>
                    <a:p>
                      <a:pPr algn="ctr" rtl="0" fontAlgn="b">
                        <a:buNone/>
                      </a:pPr>
                      <a:r>
                        <a:rPr lang="vi-VN" sz="1800">
                          <a:effectLst/>
                        </a:rPr>
                        <a:t>Đồ Uống</a:t>
                      </a:r>
                      <a:endParaRPr lang="vi-VN" sz="1800">
                        <a:effectLst/>
                        <a:latin typeface="+mj-lt"/>
                      </a:endParaRPr>
                    </a:p>
                  </a:txBody>
                  <a:tcPr marL="13542" marR="13542" marT="9028" marB="9028" anchor="ctr"/>
                </a:tc>
                <a:tc>
                  <a:txBody>
                    <a:bodyPr/>
                    <a:lstStyle/>
                    <a:p>
                      <a:pPr algn="ctr" rtl="0" fontAlgn="b">
                        <a:buNone/>
                      </a:pPr>
                      <a:r>
                        <a:rPr lang="vi-VN" sz="1800" b="0">
                          <a:effectLst/>
                        </a:rPr>
                        <a:t>1.026</a:t>
                      </a:r>
                      <a:endParaRPr lang="vi-VN" sz="1800" b="0">
                        <a:effectLst/>
                        <a:latin typeface="+mj-lt"/>
                      </a:endParaRPr>
                    </a:p>
                  </a:txBody>
                  <a:tcPr marL="13542" marR="13542" marT="9028" marB="9028" anchor="ctr"/>
                </a:tc>
                <a:tc>
                  <a:txBody>
                    <a:bodyPr/>
                    <a:lstStyle/>
                    <a:p>
                      <a:pPr algn="ctr" rtl="0" fontAlgn="b">
                        <a:buNone/>
                      </a:pPr>
                      <a:r>
                        <a:rPr lang="vi-VN" sz="1800">
                          <a:effectLst/>
                        </a:rPr>
                        <a:t>17</a:t>
                      </a:r>
                      <a:endParaRPr lang="vi-VN" sz="1800">
                        <a:effectLst/>
                        <a:latin typeface="+mj-lt"/>
                      </a:endParaRPr>
                    </a:p>
                  </a:txBody>
                  <a:tcPr marL="13542" marR="13542" marT="9028" marB="9028" anchor="ctr"/>
                </a:tc>
                <a:tc>
                  <a:txBody>
                    <a:bodyPr/>
                    <a:lstStyle/>
                    <a:p>
                      <a:pPr algn="ctr" rtl="0" fontAlgn="b">
                        <a:buNone/>
                      </a:pPr>
                      <a:r>
                        <a:rPr lang="vi-VN" sz="1800" b="0">
                          <a:effectLst/>
                        </a:rPr>
                        <a:t>Nông Nghiệp &amp; Thú Y</a:t>
                      </a:r>
                      <a:endParaRPr lang="vi-VN" sz="1800" b="0">
                        <a:effectLst/>
                        <a:latin typeface="+mj-lt"/>
                      </a:endParaRPr>
                    </a:p>
                  </a:txBody>
                  <a:tcPr marL="13542" marR="13542" marT="9028" marB="9028" anchor="ctr"/>
                </a:tc>
                <a:tc>
                  <a:txBody>
                    <a:bodyPr/>
                    <a:lstStyle/>
                    <a:p>
                      <a:pPr algn="ctr" rtl="0" fontAlgn="b">
                        <a:buNone/>
                      </a:pPr>
                      <a:r>
                        <a:rPr lang="vi-VN" sz="1800">
                          <a:effectLst/>
                        </a:rPr>
                        <a:t>991</a:t>
                      </a:r>
                      <a:endParaRPr lang="vi-VN" sz="1800">
                        <a:effectLst/>
                        <a:latin typeface="+mj-lt"/>
                      </a:endParaRPr>
                    </a:p>
                  </a:txBody>
                  <a:tcPr marL="13542" marR="13542" marT="9028" marB="9028" anchor="ctr"/>
                </a:tc>
                <a:extLst>
                  <a:ext uri="{0D108BD9-81ED-4DB2-BD59-A6C34878D82A}">
                    <a16:rowId xmlns:a16="http://schemas.microsoft.com/office/drawing/2014/main" val="1101154091"/>
                  </a:ext>
                </a:extLst>
              </a:tr>
              <a:tr h="399357">
                <a:tc>
                  <a:txBody>
                    <a:bodyPr/>
                    <a:lstStyle/>
                    <a:p>
                      <a:pPr algn="ctr" rtl="0" fontAlgn="b">
                        <a:buNone/>
                      </a:pPr>
                      <a:r>
                        <a:rPr lang="vi-VN" sz="1800">
                          <a:effectLst/>
                        </a:rPr>
                        <a:t>9</a:t>
                      </a:r>
                      <a:endParaRPr lang="vi-VN" sz="1800">
                        <a:effectLst/>
                        <a:latin typeface="+mj-lt"/>
                      </a:endParaRPr>
                    </a:p>
                  </a:txBody>
                  <a:tcPr marL="13542" marR="13542" marT="9028" marB="9028" anchor="ctr"/>
                </a:tc>
                <a:tc>
                  <a:txBody>
                    <a:bodyPr/>
                    <a:lstStyle/>
                    <a:p>
                      <a:pPr algn="ctr" rtl="0" fontAlgn="b">
                        <a:buNone/>
                      </a:pPr>
                      <a:r>
                        <a:rPr lang="vi-VN" sz="1800">
                          <a:effectLst/>
                        </a:rPr>
                        <a:t>Làm Đẹp &amp; Spa</a:t>
                      </a:r>
                      <a:endParaRPr lang="vi-VN" sz="1800">
                        <a:effectLst/>
                        <a:latin typeface="+mj-lt"/>
                      </a:endParaRPr>
                    </a:p>
                  </a:txBody>
                  <a:tcPr marL="13542" marR="13542" marT="9028" marB="9028" anchor="ctr"/>
                </a:tc>
                <a:tc>
                  <a:txBody>
                    <a:bodyPr/>
                    <a:lstStyle/>
                    <a:p>
                      <a:pPr algn="ctr" rtl="0" fontAlgn="b">
                        <a:buNone/>
                      </a:pPr>
                      <a:r>
                        <a:rPr lang="vi-VN" sz="1800" b="0">
                          <a:effectLst/>
                        </a:rPr>
                        <a:t>1.023</a:t>
                      </a:r>
                      <a:endParaRPr lang="vi-VN" sz="1800" b="0">
                        <a:effectLst/>
                        <a:latin typeface="+mj-lt"/>
                      </a:endParaRPr>
                    </a:p>
                  </a:txBody>
                  <a:tcPr marL="13542" marR="13542" marT="9028" marB="9028" anchor="ctr"/>
                </a:tc>
                <a:tc>
                  <a:txBody>
                    <a:bodyPr/>
                    <a:lstStyle/>
                    <a:p>
                      <a:pPr algn="ctr" rtl="0" fontAlgn="b">
                        <a:buNone/>
                      </a:pPr>
                      <a:r>
                        <a:rPr lang="vi-VN" sz="1800">
                          <a:effectLst/>
                        </a:rPr>
                        <a:t>18</a:t>
                      </a:r>
                      <a:endParaRPr lang="vi-VN" sz="1800">
                        <a:effectLst/>
                        <a:latin typeface="+mj-lt"/>
                      </a:endParaRPr>
                    </a:p>
                  </a:txBody>
                  <a:tcPr marL="13542" marR="13542" marT="9028" marB="9028" anchor="ctr"/>
                </a:tc>
                <a:tc>
                  <a:txBody>
                    <a:bodyPr/>
                    <a:lstStyle/>
                    <a:p>
                      <a:pPr algn="ctr" rtl="0" fontAlgn="b">
                        <a:buNone/>
                      </a:pPr>
                      <a:r>
                        <a:rPr lang="vi-VN" sz="1800" b="0">
                          <a:effectLst/>
                        </a:rPr>
                        <a:t>Lưu Trú</a:t>
                      </a:r>
                      <a:endParaRPr lang="vi-VN" sz="1800" b="0">
                        <a:effectLst/>
                        <a:latin typeface="+mj-lt"/>
                      </a:endParaRPr>
                    </a:p>
                  </a:txBody>
                  <a:tcPr marL="13542" marR="13542" marT="9028" marB="9028" anchor="ctr"/>
                </a:tc>
                <a:tc>
                  <a:txBody>
                    <a:bodyPr/>
                    <a:lstStyle/>
                    <a:p>
                      <a:pPr algn="ctr" rtl="0" fontAlgn="b">
                        <a:buNone/>
                      </a:pPr>
                      <a:r>
                        <a:rPr lang="vi-VN" sz="1800">
                          <a:effectLst/>
                        </a:rPr>
                        <a:t>990</a:t>
                      </a:r>
                      <a:endParaRPr lang="vi-VN" sz="1800">
                        <a:effectLst/>
                        <a:latin typeface="+mj-lt"/>
                      </a:endParaRPr>
                    </a:p>
                  </a:txBody>
                  <a:tcPr marL="13542" marR="13542" marT="9028" marB="9028" anchor="ctr"/>
                </a:tc>
                <a:extLst>
                  <a:ext uri="{0D108BD9-81ED-4DB2-BD59-A6C34878D82A}">
                    <a16:rowId xmlns:a16="http://schemas.microsoft.com/office/drawing/2014/main" val="1643476893"/>
                  </a:ext>
                </a:extLst>
              </a:tr>
            </a:tbl>
          </a:graphicData>
        </a:graphic>
      </p:graphicFrame>
    </p:spTree>
    <p:extLst>
      <p:ext uri="{BB962C8B-B14F-4D97-AF65-F5344CB8AC3E}">
        <p14:creationId xmlns:p14="http://schemas.microsoft.com/office/powerpoint/2010/main" val="3849440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7D5F-6EE4-EAB8-30B2-C31E0F0E0BBB}"/>
              </a:ext>
            </a:extLst>
          </p:cNvPr>
          <p:cNvSpPr>
            <a:spLocks noGrp="1"/>
          </p:cNvSpPr>
          <p:nvPr>
            <p:ph type="title"/>
          </p:nvPr>
        </p:nvSpPr>
        <p:spPr/>
        <p:txBody>
          <a:bodyPr/>
          <a:lstStyle/>
          <a:p>
            <a:r>
              <a:rPr lang="vi-VN"/>
              <a:t>Bảng dữ liệu thực tế của mô hình phân loại</a:t>
            </a:r>
          </a:p>
        </p:txBody>
      </p:sp>
      <p:graphicFrame>
        <p:nvGraphicFramePr>
          <p:cNvPr id="4" name="Table 3">
            <a:extLst>
              <a:ext uri="{FF2B5EF4-FFF2-40B4-BE49-F238E27FC236}">
                <a16:creationId xmlns:a16="http://schemas.microsoft.com/office/drawing/2014/main" id="{3719E8A0-D621-1C73-5543-EB0301F7E539}"/>
              </a:ext>
            </a:extLst>
          </p:cNvPr>
          <p:cNvGraphicFramePr>
            <a:graphicFrameLocks noGrp="1"/>
          </p:cNvGraphicFramePr>
          <p:nvPr>
            <p:extLst>
              <p:ext uri="{D42A27DB-BD31-4B8C-83A1-F6EECF244321}">
                <p14:modId xmlns:p14="http://schemas.microsoft.com/office/powerpoint/2010/main" val="3097173991"/>
              </p:ext>
            </p:extLst>
          </p:nvPr>
        </p:nvGraphicFramePr>
        <p:xfrm>
          <a:off x="838200" y="1257301"/>
          <a:ext cx="10515600" cy="4994767"/>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970490201"/>
                    </a:ext>
                  </a:extLst>
                </a:gridCol>
                <a:gridCol w="3505200">
                  <a:extLst>
                    <a:ext uri="{9D8B030D-6E8A-4147-A177-3AD203B41FA5}">
                      <a16:colId xmlns:a16="http://schemas.microsoft.com/office/drawing/2014/main" val="2036921913"/>
                    </a:ext>
                  </a:extLst>
                </a:gridCol>
                <a:gridCol w="3505200">
                  <a:extLst>
                    <a:ext uri="{9D8B030D-6E8A-4147-A177-3AD203B41FA5}">
                      <a16:colId xmlns:a16="http://schemas.microsoft.com/office/drawing/2014/main" val="2778616361"/>
                    </a:ext>
                  </a:extLst>
                </a:gridCol>
              </a:tblGrid>
              <a:tr h="424276">
                <a:tc>
                  <a:txBody>
                    <a:bodyPr/>
                    <a:lstStyle/>
                    <a:p>
                      <a:pPr algn="ctr" rtl="0" fontAlgn="b">
                        <a:buNone/>
                      </a:pPr>
                      <a:r>
                        <a:rPr lang="vi-VN" sz="1800" b="1">
                          <a:effectLst/>
                        </a:rPr>
                        <a:t>STT</a:t>
                      </a:r>
                      <a:endParaRPr lang="vi-VN" sz="1800" b="1">
                        <a:effectLst/>
                        <a:latin typeface="+mj-lt"/>
                      </a:endParaRPr>
                    </a:p>
                  </a:txBody>
                  <a:tcPr marL="9040" marR="9040" marT="6027" marB="6027" anchor="ctr"/>
                </a:tc>
                <a:tc>
                  <a:txBody>
                    <a:bodyPr/>
                    <a:lstStyle/>
                    <a:p>
                      <a:pPr algn="ctr" rtl="0" fontAlgn="b">
                        <a:buNone/>
                      </a:pPr>
                      <a:r>
                        <a:rPr lang="vi-VN" sz="1800" b="1">
                          <a:effectLst/>
                        </a:rPr>
                        <a:t>Dữ liệu văn bản </a:t>
                      </a:r>
                      <a:endParaRPr lang="vi-VN" sz="1800" b="1">
                        <a:effectLst/>
                        <a:latin typeface="+mj-lt"/>
                      </a:endParaRPr>
                    </a:p>
                  </a:txBody>
                  <a:tcPr marL="9040" marR="9040" marT="6027" marB="6027" anchor="ctr"/>
                </a:tc>
                <a:tc>
                  <a:txBody>
                    <a:bodyPr/>
                    <a:lstStyle/>
                    <a:p>
                      <a:pPr algn="ctr" rtl="0" fontAlgn="b">
                        <a:buNone/>
                      </a:pPr>
                      <a:r>
                        <a:rPr lang="vi-VN" sz="1800" b="1">
                          <a:effectLst/>
                        </a:rPr>
                        <a:t>Nhãn danh mục </a:t>
                      </a:r>
                      <a:endParaRPr lang="vi-VN" sz="1800" b="1">
                        <a:effectLst/>
                        <a:latin typeface="+mj-lt"/>
                      </a:endParaRPr>
                    </a:p>
                  </a:txBody>
                  <a:tcPr marL="0" marR="0" marT="6027" marB="6027" anchor="ctr"/>
                </a:tc>
                <a:extLst>
                  <a:ext uri="{0D108BD9-81ED-4DB2-BD59-A6C34878D82A}">
                    <a16:rowId xmlns:a16="http://schemas.microsoft.com/office/drawing/2014/main" val="463416618"/>
                  </a:ext>
                </a:extLst>
              </a:tr>
              <a:tr h="341600">
                <a:tc>
                  <a:txBody>
                    <a:bodyPr/>
                    <a:lstStyle/>
                    <a:p>
                      <a:pPr algn="ctr" rtl="0" fontAlgn="b">
                        <a:buNone/>
                      </a:pPr>
                      <a:r>
                        <a:rPr lang="vi-VN" sz="1800">
                          <a:effectLst/>
                        </a:rPr>
                        <a:t>1</a:t>
                      </a:r>
                      <a:endParaRPr lang="vi-VN" sz="1800">
                        <a:effectLst/>
                        <a:latin typeface="+mj-lt"/>
                      </a:endParaRPr>
                    </a:p>
                  </a:txBody>
                  <a:tcPr marL="9040" marR="9040" marT="6027" marB="6027" anchor="ctr"/>
                </a:tc>
                <a:tc>
                  <a:txBody>
                    <a:bodyPr/>
                    <a:lstStyle/>
                    <a:p>
                      <a:pPr algn="ctr" rtl="0" fontAlgn="b">
                        <a:buNone/>
                      </a:pPr>
                      <a:r>
                        <a:rPr lang="vi-VN" sz="1800">
                          <a:effectLst/>
                        </a:rPr>
                        <a:t>nước ép cần tây trà ô long</a:t>
                      </a:r>
                      <a:endParaRPr lang="vi-VN" sz="1800">
                        <a:effectLst/>
                        <a:latin typeface="+mj-lt"/>
                      </a:endParaRPr>
                    </a:p>
                  </a:txBody>
                  <a:tcPr marL="9040" marR="9040" marT="6027" marB="6027" anchor="ctr"/>
                </a:tc>
                <a:tc>
                  <a:txBody>
                    <a:bodyPr/>
                    <a:lstStyle/>
                    <a:p>
                      <a:pPr algn="ctr" rtl="0" fontAlgn="b">
                        <a:buNone/>
                      </a:pPr>
                      <a:r>
                        <a:rPr lang="vi-VN" sz="1800">
                          <a:effectLst/>
                        </a:rPr>
                        <a:t>Đồ Uống</a:t>
                      </a:r>
                      <a:endParaRPr lang="vi-VN" sz="1800">
                        <a:effectLst/>
                        <a:latin typeface="+mj-lt"/>
                      </a:endParaRPr>
                    </a:p>
                  </a:txBody>
                  <a:tcPr marL="9040" marR="9040" marT="6027" marB="6027" anchor="ctr"/>
                </a:tc>
                <a:extLst>
                  <a:ext uri="{0D108BD9-81ED-4DB2-BD59-A6C34878D82A}">
                    <a16:rowId xmlns:a16="http://schemas.microsoft.com/office/drawing/2014/main" val="2228562387"/>
                  </a:ext>
                </a:extLst>
              </a:tr>
              <a:tr h="506950">
                <a:tc>
                  <a:txBody>
                    <a:bodyPr/>
                    <a:lstStyle/>
                    <a:p>
                      <a:pPr algn="ctr" rtl="0" fontAlgn="b">
                        <a:buNone/>
                      </a:pPr>
                      <a:r>
                        <a:rPr lang="vi-VN" sz="1800">
                          <a:effectLst/>
                        </a:rPr>
                        <a:t>2</a:t>
                      </a:r>
                      <a:endParaRPr lang="vi-VN" sz="1800">
                        <a:effectLst/>
                        <a:latin typeface="+mj-lt"/>
                      </a:endParaRPr>
                    </a:p>
                  </a:txBody>
                  <a:tcPr marL="9040" marR="9040" marT="6027" marB="6027" anchor="ctr"/>
                </a:tc>
                <a:tc>
                  <a:txBody>
                    <a:bodyPr/>
                    <a:lstStyle/>
                    <a:p>
                      <a:pPr algn="ctr" rtl="0" fontAlgn="b">
                        <a:buNone/>
                      </a:pPr>
                      <a:r>
                        <a:rPr lang="vi-VN" sz="1800">
                          <a:effectLst/>
                        </a:rPr>
                        <a:t>vựa kiểng miền tây cây cảnh bonsai</a:t>
                      </a:r>
                      <a:endParaRPr lang="vi-VN" sz="1800">
                        <a:effectLst/>
                        <a:latin typeface="+mj-lt"/>
                      </a:endParaRPr>
                    </a:p>
                  </a:txBody>
                  <a:tcPr marL="9040" marR="9040" marT="6027" marB="6027" anchor="ctr"/>
                </a:tc>
                <a:tc>
                  <a:txBody>
                    <a:bodyPr/>
                    <a:lstStyle/>
                    <a:p>
                      <a:pPr algn="ctr" rtl="0" fontAlgn="b">
                        <a:buNone/>
                      </a:pPr>
                      <a:r>
                        <a:rPr lang="vi-VN" sz="1800">
                          <a:effectLst/>
                        </a:rPr>
                        <a:t>Nông Nghiệp &amp; Thú Y</a:t>
                      </a:r>
                      <a:endParaRPr lang="vi-VN" sz="1800">
                        <a:effectLst/>
                        <a:latin typeface="+mj-lt"/>
                      </a:endParaRPr>
                    </a:p>
                  </a:txBody>
                  <a:tcPr marL="0" marR="0" marT="6027" marB="6027" anchor="ctr"/>
                </a:tc>
                <a:extLst>
                  <a:ext uri="{0D108BD9-81ED-4DB2-BD59-A6C34878D82A}">
                    <a16:rowId xmlns:a16="http://schemas.microsoft.com/office/drawing/2014/main" val="3520871575"/>
                  </a:ext>
                </a:extLst>
              </a:tr>
              <a:tr h="424276">
                <a:tc>
                  <a:txBody>
                    <a:bodyPr/>
                    <a:lstStyle/>
                    <a:p>
                      <a:pPr algn="ctr" rtl="0" fontAlgn="b">
                        <a:buNone/>
                      </a:pPr>
                      <a:r>
                        <a:rPr lang="vi-VN" sz="1800">
                          <a:effectLst/>
                        </a:rPr>
                        <a:t>3</a:t>
                      </a:r>
                      <a:endParaRPr lang="vi-VN" sz="1800">
                        <a:effectLst/>
                        <a:latin typeface="+mj-lt"/>
                      </a:endParaRPr>
                    </a:p>
                  </a:txBody>
                  <a:tcPr marL="9040" marR="9040" marT="6027" marB="6027" anchor="ctr"/>
                </a:tc>
                <a:tc>
                  <a:txBody>
                    <a:bodyPr/>
                    <a:lstStyle/>
                    <a:p>
                      <a:pPr algn="ctr" rtl="0" fontAlgn="b">
                        <a:buNone/>
                      </a:pPr>
                      <a:r>
                        <a:rPr lang="vi-VN" sz="1800">
                          <a:effectLst/>
                        </a:rPr>
                        <a:t>chùa an hòa tự đọc sấm truyền</a:t>
                      </a:r>
                      <a:endParaRPr lang="vi-VN" sz="1800">
                        <a:effectLst/>
                        <a:latin typeface="+mj-lt"/>
                      </a:endParaRPr>
                    </a:p>
                  </a:txBody>
                  <a:tcPr marL="9040" marR="9040" marT="6027" marB="6027" anchor="ctr"/>
                </a:tc>
                <a:tc>
                  <a:txBody>
                    <a:bodyPr/>
                    <a:lstStyle/>
                    <a:p>
                      <a:pPr algn="ctr" rtl="0" fontAlgn="b">
                        <a:buNone/>
                      </a:pPr>
                      <a:r>
                        <a:rPr lang="vi-VN" sz="1800">
                          <a:effectLst/>
                        </a:rPr>
                        <a:t>Tôn Giáo</a:t>
                      </a:r>
                      <a:endParaRPr lang="vi-VN" sz="1800">
                        <a:effectLst/>
                        <a:latin typeface="+mj-lt"/>
                      </a:endParaRPr>
                    </a:p>
                  </a:txBody>
                  <a:tcPr marL="9040" marR="9040" marT="6027" marB="6027" anchor="ctr"/>
                </a:tc>
                <a:extLst>
                  <a:ext uri="{0D108BD9-81ED-4DB2-BD59-A6C34878D82A}">
                    <a16:rowId xmlns:a16="http://schemas.microsoft.com/office/drawing/2014/main" val="696360597"/>
                  </a:ext>
                </a:extLst>
              </a:tr>
              <a:tr h="286374">
                <a:tc>
                  <a:txBody>
                    <a:bodyPr/>
                    <a:lstStyle/>
                    <a:p>
                      <a:pPr algn="ctr" rtl="0" fontAlgn="b">
                        <a:buNone/>
                      </a:pPr>
                      <a:r>
                        <a:rPr lang="vi-VN" sz="1800">
                          <a:effectLst/>
                        </a:rPr>
                        <a:t>4</a:t>
                      </a:r>
                      <a:endParaRPr lang="vi-VN" sz="1800">
                        <a:effectLst/>
                        <a:latin typeface="+mj-lt"/>
                      </a:endParaRPr>
                    </a:p>
                  </a:txBody>
                  <a:tcPr marL="9040" marR="9040" marT="6027" marB="6027" anchor="ctr"/>
                </a:tc>
                <a:tc>
                  <a:txBody>
                    <a:bodyPr/>
                    <a:lstStyle/>
                    <a:p>
                      <a:pPr algn="ctr" rtl="0" fontAlgn="b">
                        <a:buNone/>
                      </a:pPr>
                      <a:r>
                        <a:rPr lang="vi-VN" sz="1800">
                          <a:effectLst/>
                        </a:rPr>
                        <a:t>homestay miền tây</a:t>
                      </a:r>
                      <a:endParaRPr lang="vi-VN" sz="1800">
                        <a:effectLst/>
                        <a:latin typeface="+mj-lt"/>
                      </a:endParaRPr>
                    </a:p>
                  </a:txBody>
                  <a:tcPr marL="9040" marR="9040" marT="6027" marB="6027" anchor="ctr"/>
                </a:tc>
                <a:tc>
                  <a:txBody>
                    <a:bodyPr/>
                    <a:lstStyle/>
                    <a:p>
                      <a:pPr algn="ctr" rtl="0" fontAlgn="b">
                        <a:buNone/>
                      </a:pPr>
                      <a:r>
                        <a:rPr lang="vi-VN" sz="1800">
                          <a:effectLst/>
                        </a:rPr>
                        <a:t>Lưu Trú</a:t>
                      </a:r>
                      <a:endParaRPr lang="vi-VN" sz="1800">
                        <a:effectLst/>
                        <a:latin typeface="+mj-lt"/>
                      </a:endParaRPr>
                    </a:p>
                  </a:txBody>
                  <a:tcPr marL="9040" marR="9040" marT="6027" marB="6027" anchor="ctr"/>
                </a:tc>
                <a:extLst>
                  <a:ext uri="{0D108BD9-81ED-4DB2-BD59-A6C34878D82A}">
                    <a16:rowId xmlns:a16="http://schemas.microsoft.com/office/drawing/2014/main" val="4242984674"/>
                  </a:ext>
                </a:extLst>
              </a:tr>
              <a:tr h="424276">
                <a:tc>
                  <a:txBody>
                    <a:bodyPr/>
                    <a:lstStyle/>
                    <a:p>
                      <a:pPr algn="ctr" rtl="0" fontAlgn="b">
                        <a:buNone/>
                      </a:pPr>
                      <a:r>
                        <a:rPr lang="vi-VN" sz="1800">
                          <a:effectLst/>
                        </a:rPr>
                        <a:t>5</a:t>
                      </a:r>
                      <a:endParaRPr lang="vi-VN" sz="1800">
                        <a:effectLst/>
                        <a:latin typeface="+mj-lt"/>
                      </a:endParaRPr>
                    </a:p>
                  </a:txBody>
                  <a:tcPr marL="9040" marR="9040" marT="6027" marB="6027" anchor="ctr"/>
                </a:tc>
                <a:tc>
                  <a:txBody>
                    <a:bodyPr/>
                    <a:lstStyle/>
                    <a:p>
                      <a:pPr algn="ctr" rtl="0" fontAlgn="b">
                        <a:buNone/>
                      </a:pPr>
                      <a:r>
                        <a:rPr lang="vi-VN" sz="1800">
                          <a:effectLst/>
                        </a:rPr>
                        <a:t>decal xe máy phục hồi bình ắc quy</a:t>
                      </a:r>
                      <a:endParaRPr lang="vi-VN" sz="1800">
                        <a:effectLst/>
                        <a:latin typeface="+mj-lt"/>
                      </a:endParaRPr>
                    </a:p>
                  </a:txBody>
                  <a:tcPr marL="9040" marR="9040" marT="6027" marB="6027" anchor="ctr"/>
                </a:tc>
                <a:tc>
                  <a:txBody>
                    <a:bodyPr/>
                    <a:lstStyle/>
                    <a:p>
                      <a:pPr algn="ctr" rtl="0" fontAlgn="b">
                        <a:buNone/>
                      </a:pPr>
                      <a:r>
                        <a:rPr lang="vi-VN" sz="1800">
                          <a:effectLst/>
                        </a:rPr>
                        <a:t>Xe Cộ &amp; Phương Tiện</a:t>
                      </a:r>
                      <a:endParaRPr lang="vi-VN" sz="1800">
                        <a:effectLst/>
                        <a:latin typeface="+mj-lt"/>
                      </a:endParaRPr>
                    </a:p>
                  </a:txBody>
                  <a:tcPr marL="0" marR="0" marT="6027" marB="6027" anchor="ctr"/>
                </a:tc>
                <a:extLst>
                  <a:ext uri="{0D108BD9-81ED-4DB2-BD59-A6C34878D82A}">
                    <a16:rowId xmlns:a16="http://schemas.microsoft.com/office/drawing/2014/main" val="3312850216"/>
                  </a:ext>
                </a:extLst>
              </a:tr>
              <a:tr h="424276">
                <a:tc>
                  <a:txBody>
                    <a:bodyPr/>
                    <a:lstStyle/>
                    <a:p>
                      <a:pPr algn="ctr" rtl="0" fontAlgn="b">
                        <a:buNone/>
                      </a:pPr>
                      <a:r>
                        <a:rPr lang="vi-VN" sz="1800">
                          <a:effectLst/>
                        </a:rPr>
                        <a:t>6</a:t>
                      </a:r>
                      <a:endParaRPr lang="vi-VN" sz="1800">
                        <a:effectLst/>
                        <a:latin typeface="+mj-lt"/>
                      </a:endParaRPr>
                    </a:p>
                  </a:txBody>
                  <a:tcPr marL="9040" marR="9040" marT="6027" marB="6027" anchor="ctr"/>
                </a:tc>
                <a:tc>
                  <a:txBody>
                    <a:bodyPr/>
                    <a:lstStyle/>
                    <a:p>
                      <a:pPr algn="ctr" rtl="0" fontAlgn="b">
                        <a:buNone/>
                      </a:pPr>
                      <a:r>
                        <a:rPr lang="vi-VN" sz="1800">
                          <a:effectLst/>
                        </a:rPr>
                        <a:t>vàng tiệm kinh tín huỳnh nghiêm</a:t>
                      </a:r>
                      <a:endParaRPr lang="vi-VN" sz="1800">
                        <a:effectLst/>
                        <a:latin typeface="+mj-lt"/>
                      </a:endParaRPr>
                    </a:p>
                  </a:txBody>
                  <a:tcPr marL="9040" marR="9040" marT="6027" marB="6027" anchor="ctr"/>
                </a:tc>
                <a:tc>
                  <a:txBody>
                    <a:bodyPr/>
                    <a:lstStyle/>
                    <a:p>
                      <a:pPr algn="ctr" rtl="0" fontAlgn="b">
                        <a:buNone/>
                      </a:pPr>
                      <a:r>
                        <a:rPr lang="vi-VN" sz="1800">
                          <a:effectLst/>
                        </a:rPr>
                        <a:t>Tài Chính &amp; Doanh Nghiệp</a:t>
                      </a:r>
                      <a:endParaRPr lang="vi-VN" sz="1800">
                        <a:effectLst/>
                        <a:latin typeface="+mj-lt"/>
                      </a:endParaRPr>
                    </a:p>
                  </a:txBody>
                  <a:tcPr marL="0" marR="0" marT="6027" marB="6027" anchor="ctr"/>
                </a:tc>
                <a:extLst>
                  <a:ext uri="{0D108BD9-81ED-4DB2-BD59-A6C34878D82A}">
                    <a16:rowId xmlns:a16="http://schemas.microsoft.com/office/drawing/2014/main" val="2870049477"/>
                  </a:ext>
                </a:extLst>
              </a:tr>
              <a:tr h="754977">
                <a:tc>
                  <a:txBody>
                    <a:bodyPr/>
                    <a:lstStyle/>
                    <a:p>
                      <a:pPr algn="ctr" rtl="0" fontAlgn="b">
                        <a:buNone/>
                      </a:pPr>
                      <a:r>
                        <a:rPr lang="vi-VN" sz="1800">
                          <a:effectLst/>
                        </a:rPr>
                        <a:t>7</a:t>
                      </a:r>
                      <a:endParaRPr lang="vi-VN" sz="1800">
                        <a:effectLst/>
                        <a:latin typeface="+mj-lt"/>
                      </a:endParaRPr>
                    </a:p>
                  </a:txBody>
                  <a:tcPr marL="9040" marR="9040" marT="6027" marB="6027" anchor="ctr"/>
                </a:tc>
                <a:tc>
                  <a:txBody>
                    <a:bodyPr/>
                    <a:lstStyle/>
                    <a:p>
                      <a:pPr algn="ctr" rtl="0" fontAlgn="b">
                        <a:buNone/>
                      </a:pPr>
                      <a:r>
                        <a:rPr lang="vi-VN" sz="1800">
                          <a:effectLst/>
                        </a:rPr>
                        <a:t>showroom phụ kiện bếp carysil bán giá bát đĩa nâng hạ...</a:t>
                      </a:r>
                      <a:endParaRPr lang="vi-VN" sz="1800">
                        <a:effectLst/>
                        <a:latin typeface="+mj-lt"/>
                      </a:endParaRPr>
                    </a:p>
                  </a:txBody>
                  <a:tcPr marL="9040" marR="9040" marT="6027" marB="6027" anchor="ctr"/>
                </a:tc>
                <a:tc>
                  <a:txBody>
                    <a:bodyPr/>
                    <a:lstStyle/>
                    <a:p>
                      <a:pPr algn="ctr" rtl="0" fontAlgn="b">
                        <a:buNone/>
                      </a:pPr>
                      <a:r>
                        <a:rPr lang="vi-VN" sz="1800">
                          <a:effectLst/>
                        </a:rPr>
                        <a:t>Xây Dựng &amp; Nội Thất</a:t>
                      </a:r>
                      <a:endParaRPr lang="vi-VN" sz="1800">
                        <a:effectLst/>
                        <a:latin typeface="+mj-lt"/>
                      </a:endParaRPr>
                    </a:p>
                  </a:txBody>
                  <a:tcPr marL="0" marR="0" marT="6027" marB="6027" anchor="ctr"/>
                </a:tc>
                <a:extLst>
                  <a:ext uri="{0D108BD9-81ED-4DB2-BD59-A6C34878D82A}">
                    <a16:rowId xmlns:a16="http://schemas.microsoft.com/office/drawing/2014/main" val="749437502"/>
                  </a:ext>
                </a:extLst>
              </a:tr>
              <a:tr h="424276">
                <a:tc>
                  <a:txBody>
                    <a:bodyPr/>
                    <a:lstStyle/>
                    <a:p>
                      <a:pPr algn="ctr" rtl="0" fontAlgn="b">
                        <a:buNone/>
                      </a:pPr>
                      <a:r>
                        <a:rPr lang="vi-VN" sz="1800">
                          <a:effectLst/>
                        </a:rPr>
                        <a:t>8</a:t>
                      </a:r>
                      <a:endParaRPr lang="vi-VN" sz="1800">
                        <a:effectLst/>
                        <a:latin typeface="+mj-lt"/>
                      </a:endParaRPr>
                    </a:p>
                  </a:txBody>
                  <a:tcPr marL="9040" marR="9040" marT="6027" marB="6027" anchor="ctr"/>
                </a:tc>
                <a:tc>
                  <a:txBody>
                    <a:bodyPr/>
                    <a:lstStyle/>
                    <a:p>
                      <a:pPr algn="ctr" rtl="0" fontAlgn="b">
                        <a:buNone/>
                      </a:pPr>
                      <a:r>
                        <a:rPr lang="vi-VN" sz="1800">
                          <a:effectLst/>
                        </a:rPr>
                        <a:t>shop 2 bánh độ pô akrapovic</a:t>
                      </a:r>
                      <a:endParaRPr lang="vi-VN" sz="1800">
                        <a:effectLst/>
                        <a:latin typeface="+mj-lt"/>
                      </a:endParaRPr>
                    </a:p>
                  </a:txBody>
                  <a:tcPr marL="9040" marR="9040" marT="6027" marB="6027" anchor="ctr"/>
                </a:tc>
                <a:tc>
                  <a:txBody>
                    <a:bodyPr/>
                    <a:lstStyle/>
                    <a:p>
                      <a:pPr algn="ctr" rtl="0" fontAlgn="b">
                        <a:buNone/>
                      </a:pPr>
                      <a:r>
                        <a:rPr lang="vi-VN" sz="1800">
                          <a:effectLst/>
                        </a:rPr>
                        <a:t>Xe Cộ &amp; Phương Tiện</a:t>
                      </a:r>
                      <a:endParaRPr lang="vi-VN" sz="1800">
                        <a:effectLst/>
                        <a:latin typeface="+mj-lt"/>
                      </a:endParaRPr>
                    </a:p>
                  </a:txBody>
                  <a:tcPr marL="0" marR="0" marT="6027" marB="6027" anchor="ctr"/>
                </a:tc>
                <a:extLst>
                  <a:ext uri="{0D108BD9-81ED-4DB2-BD59-A6C34878D82A}">
                    <a16:rowId xmlns:a16="http://schemas.microsoft.com/office/drawing/2014/main" val="4093909640"/>
                  </a:ext>
                </a:extLst>
              </a:tr>
              <a:tr h="286374">
                <a:tc>
                  <a:txBody>
                    <a:bodyPr/>
                    <a:lstStyle/>
                    <a:p>
                      <a:pPr algn="ctr" rtl="0" fontAlgn="b">
                        <a:buNone/>
                      </a:pPr>
                      <a:r>
                        <a:rPr lang="vi-VN" sz="1800">
                          <a:effectLst/>
                        </a:rPr>
                        <a:t>9</a:t>
                      </a:r>
                      <a:endParaRPr lang="vi-VN" sz="1800">
                        <a:effectLst/>
                        <a:latin typeface="+mj-lt"/>
                      </a:endParaRPr>
                    </a:p>
                  </a:txBody>
                  <a:tcPr marL="9040" marR="9040" marT="6027" marB="6027" anchor="ctr"/>
                </a:tc>
                <a:tc>
                  <a:txBody>
                    <a:bodyPr/>
                    <a:lstStyle/>
                    <a:p>
                      <a:pPr algn="ctr" rtl="0" fontAlgn="b">
                        <a:buNone/>
                      </a:pPr>
                      <a:r>
                        <a:rPr lang="vi-VN" sz="1800">
                          <a:effectLst/>
                        </a:rPr>
                        <a:t>shop mẹ và bé</a:t>
                      </a:r>
                      <a:endParaRPr lang="vi-VN" sz="1800">
                        <a:effectLst/>
                        <a:latin typeface="+mj-lt"/>
                      </a:endParaRPr>
                    </a:p>
                  </a:txBody>
                  <a:tcPr marL="9040" marR="9040" marT="6027" marB="6027" anchor="ctr"/>
                </a:tc>
                <a:tc>
                  <a:txBody>
                    <a:bodyPr/>
                    <a:lstStyle/>
                    <a:p>
                      <a:pPr algn="ctr" rtl="0" fontAlgn="b">
                        <a:buNone/>
                      </a:pPr>
                      <a:r>
                        <a:rPr lang="vi-VN" sz="1800">
                          <a:effectLst/>
                        </a:rPr>
                        <a:t>Mua Sắm</a:t>
                      </a:r>
                      <a:endParaRPr lang="vi-VN" sz="1800">
                        <a:effectLst/>
                        <a:latin typeface="+mj-lt"/>
                      </a:endParaRPr>
                    </a:p>
                  </a:txBody>
                  <a:tcPr marL="9040" marR="9040" marT="6027" marB="6027" anchor="ctr"/>
                </a:tc>
                <a:extLst>
                  <a:ext uri="{0D108BD9-81ED-4DB2-BD59-A6C34878D82A}">
                    <a16:rowId xmlns:a16="http://schemas.microsoft.com/office/drawing/2014/main" val="2931435646"/>
                  </a:ext>
                </a:extLst>
              </a:tr>
              <a:tr h="506950">
                <a:tc>
                  <a:txBody>
                    <a:bodyPr/>
                    <a:lstStyle/>
                    <a:p>
                      <a:pPr algn="ctr" rtl="0" fontAlgn="b">
                        <a:buNone/>
                      </a:pPr>
                      <a:r>
                        <a:rPr lang="vi-VN" sz="1800">
                          <a:effectLst/>
                        </a:rPr>
                        <a:t>10</a:t>
                      </a:r>
                      <a:endParaRPr lang="vi-VN" sz="1800">
                        <a:effectLst/>
                        <a:latin typeface="+mj-lt"/>
                      </a:endParaRPr>
                    </a:p>
                  </a:txBody>
                  <a:tcPr marL="9040" marR="9040" marT="6027" marB="6027" anchor="ctr"/>
                </a:tc>
                <a:tc>
                  <a:txBody>
                    <a:bodyPr/>
                    <a:lstStyle/>
                    <a:p>
                      <a:pPr algn="ctr" rtl="0" fontAlgn="b">
                        <a:buNone/>
                      </a:pPr>
                      <a:r>
                        <a:rPr lang="vi-VN" sz="1800">
                          <a:effectLst/>
                        </a:rPr>
                        <a:t>nha khoa tâm đức nhổ răng khôn</a:t>
                      </a:r>
                      <a:endParaRPr lang="vi-VN" sz="1800">
                        <a:effectLst/>
                        <a:latin typeface="+mj-lt"/>
                      </a:endParaRPr>
                    </a:p>
                  </a:txBody>
                  <a:tcPr marL="9040" marR="9040" marT="6027" marB="6027" anchor="ctr"/>
                </a:tc>
                <a:tc>
                  <a:txBody>
                    <a:bodyPr/>
                    <a:lstStyle/>
                    <a:p>
                      <a:pPr algn="ctr" rtl="0" fontAlgn="b">
                        <a:buNone/>
                      </a:pPr>
                      <a:r>
                        <a:rPr lang="vi-VN" sz="1800">
                          <a:effectLst/>
                        </a:rPr>
                        <a:t>Y Tế &amp; Sức Khỏe</a:t>
                      </a:r>
                      <a:endParaRPr lang="vi-VN" sz="1800">
                        <a:effectLst/>
                        <a:latin typeface="+mj-lt"/>
                      </a:endParaRPr>
                    </a:p>
                  </a:txBody>
                  <a:tcPr marL="0" marR="0" marT="6027" marB="6027" anchor="ctr"/>
                </a:tc>
                <a:extLst>
                  <a:ext uri="{0D108BD9-81ED-4DB2-BD59-A6C34878D82A}">
                    <a16:rowId xmlns:a16="http://schemas.microsoft.com/office/drawing/2014/main" val="598161666"/>
                  </a:ext>
                </a:extLst>
              </a:tr>
            </a:tbl>
          </a:graphicData>
        </a:graphic>
      </p:graphicFrame>
    </p:spTree>
    <p:extLst>
      <p:ext uri="{BB962C8B-B14F-4D97-AF65-F5344CB8AC3E}">
        <p14:creationId xmlns:p14="http://schemas.microsoft.com/office/powerpoint/2010/main" val="261891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547B-B15E-373B-A448-BEF68611CBC1}"/>
              </a:ext>
            </a:extLst>
          </p:cNvPr>
          <p:cNvSpPr>
            <a:spLocks noGrp="1"/>
          </p:cNvSpPr>
          <p:nvPr>
            <p:ph type="title"/>
          </p:nvPr>
        </p:nvSpPr>
        <p:spPr/>
        <p:txBody>
          <a:bodyPr/>
          <a:lstStyle/>
          <a:p>
            <a:r>
              <a:rPr lang="vi-VN"/>
              <a:t>Tiền xử lý NLP và huấn luyện mô hình</a:t>
            </a:r>
          </a:p>
        </p:txBody>
      </p:sp>
      <p:sp>
        <p:nvSpPr>
          <p:cNvPr id="3" name="Text Placeholder 2">
            <a:extLst>
              <a:ext uri="{FF2B5EF4-FFF2-40B4-BE49-F238E27FC236}">
                <a16:creationId xmlns:a16="http://schemas.microsoft.com/office/drawing/2014/main" id="{FA300B82-01E1-519C-FCF6-88E806ADF4ED}"/>
              </a:ext>
            </a:extLst>
          </p:cNvPr>
          <p:cNvSpPr>
            <a:spLocks noGrp="1"/>
          </p:cNvSpPr>
          <p:nvPr>
            <p:ph type="body" idx="1"/>
          </p:nvPr>
        </p:nvSpPr>
        <p:spPr>
          <a:xfrm>
            <a:off x="838200" y="1253331"/>
            <a:ext cx="10515600" cy="4905422"/>
          </a:xfrm>
        </p:spPr>
        <p:txBody>
          <a:bodyPr>
            <a:normAutofit/>
          </a:bodyPr>
          <a:lstStyle/>
          <a:p>
            <a:pPr>
              <a:lnSpc>
                <a:spcPct val="150000"/>
              </a:lnSpc>
            </a:pPr>
            <a:r>
              <a:rPr lang="vi-VN" b="1">
                <a:latin typeface="+mj-lt"/>
              </a:rPr>
              <a:t>Tiền xử lý văn bản (NLP): </a:t>
            </a:r>
          </a:p>
          <a:p>
            <a:pPr marL="1028700" lvl="1" indent="-342900">
              <a:lnSpc>
                <a:spcPct val="150000"/>
              </a:lnSpc>
              <a:buFont typeface="Arial" panose="020B0604020202020204" pitchFamily="34" charset="0"/>
              <a:buChar char="•"/>
            </a:pPr>
            <a:r>
              <a:rPr lang="vi-VN">
                <a:latin typeface="+mj-lt"/>
              </a:rPr>
              <a:t>Tách từ tiếng Việt: Sử dụng thư viện Underthesea để gom cụm từ có nghĩa.</a:t>
            </a:r>
          </a:p>
          <a:p>
            <a:pPr marL="1028700" lvl="1" indent="-342900">
              <a:lnSpc>
                <a:spcPct val="150000"/>
              </a:lnSpc>
              <a:buFont typeface="Arial" panose="020B0604020202020204" pitchFamily="34" charset="0"/>
              <a:buChar char="•"/>
            </a:pPr>
            <a:r>
              <a:rPr lang="vi-VN">
                <a:latin typeface="+mj-lt"/>
              </a:rPr>
              <a:t>Trích xuất đặc trưng: Chuyển văn bản thành vector bằng thuật toán TF-IDF</a:t>
            </a:r>
          </a:p>
          <a:p>
            <a:pPr marL="228600" indent="0">
              <a:lnSpc>
                <a:spcPct val="150000"/>
              </a:lnSpc>
            </a:pPr>
            <a:r>
              <a:rPr lang="vi-VN" b="1">
                <a:latin typeface="+mj-lt"/>
              </a:rPr>
              <a:t>Quá trình huấn luyện và so sánh</a:t>
            </a:r>
            <a:r>
              <a:rPr lang="vi-VN">
                <a:latin typeface="+mj-lt"/>
              </a:rPr>
              <a:t>:</a:t>
            </a:r>
          </a:p>
          <a:p>
            <a:pPr marL="228600" indent="0">
              <a:lnSpc>
                <a:spcPct val="150000"/>
              </a:lnSpc>
            </a:pPr>
            <a:r>
              <a:rPr lang="vi-VN">
                <a:latin typeface="+mj-lt"/>
              </a:rPr>
              <a:t>	</a:t>
            </a:r>
            <a:r>
              <a:rPr lang="vi-VN" b="1">
                <a:latin typeface="+mj-lt"/>
              </a:rPr>
              <a:t>Phân chia dữ liệu: </a:t>
            </a:r>
            <a:r>
              <a:rPr lang="vi-VN">
                <a:latin typeface="+mj-lt"/>
              </a:rPr>
              <a:t>Tỉ lệ 80/10/10 train/validation/test.</a:t>
            </a:r>
          </a:p>
          <a:p>
            <a:pPr marL="228600" indent="0">
              <a:lnSpc>
                <a:spcPct val="150000"/>
              </a:lnSpc>
            </a:pPr>
            <a:r>
              <a:rPr lang="vi-VN">
                <a:latin typeface="+mj-lt"/>
              </a:rPr>
              <a:t>	</a:t>
            </a:r>
            <a:r>
              <a:rPr lang="vi-VN" b="1">
                <a:latin typeface="+mj-lt"/>
              </a:rPr>
              <a:t>Thực nghiệm: </a:t>
            </a:r>
            <a:r>
              <a:rPr lang="vi-VN">
                <a:latin typeface="+mj-lt"/>
              </a:rPr>
              <a:t>Tối ưu hóa siêu tham số và so sánh 6 kiến trúc Machine Learning phổ biến (Decision Tree, NB, KNN...).</a:t>
            </a:r>
          </a:p>
          <a:p>
            <a:pPr>
              <a:lnSpc>
                <a:spcPct val="150000"/>
              </a:lnSpc>
            </a:pPr>
            <a:endParaRPr lang="vi-VN">
              <a:latin typeface="+mj-lt"/>
            </a:endParaRPr>
          </a:p>
        </p:txBody>
      </p:sp>
    </p:spTree>
    <p:extLst>
      <p:ext uri="{BB962C8B-B14F-4D97-AF65-F5344CB8AC3E}">
        <p14:creationId xmlns:p14="http://schemas.microsoft.com/office/powerpoint/2010/main" val="2516867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82439-FC7F-648B-46B3-6DD4B64227C1}"/>
              </a:ext>
            </a:extLst>
          </p:cNvPr>
          <p:cNvSpPr>
            <a:spLocks noGrp="1"/>
          </p:cNvSpPr>
          <p:nvPr>
            <p:ph type="title"/>
          </p:nvPr>
        </p:nvSpPr>
        <p:spPr/>
        <p:txBody>
          <a:bodyPr/>
          <a:lstStyle/>
          <a:p>
            <a:r>
              <a:rPr lang="vi-VN"/>
              <a:t>Phần 2: Quá trình huấn luyện mô hình phân loại</a:t>
            </a:r>
          </a:p>
        </p:txBody>
      </p:sp>
      <p:sp>
        <p:nvSpPr>
          <p:cNvPr id="3" name="Text Placeholder 2">
            <a:extLst>
              <a:ext uri="{FF2B5EF4-FFF2-40B4-BE49-F238E27FC236}">
                <a16:creationId xmlns:a16="http://schemas.microsoft.com/office/drawing/2014/main" id="{C9D8CC2E-9B00-B6D7-2254-CA3265697A18}"/>
              </a:ext>
            </a:extLst>
          </p:cNvPr>
          <p:cNvSpPr>
            <a:spLocks noGrp="1"/>
          </p:cNvSpPr>
          <p:nvPr>
            <p:ph type="body" idx="1"/>
          </p:nvPr>
        </p:nvSpPr>
        <p:spPr>
          <a:xfrm>
            <a:off x="838200" y="1228165"/>
            <a:ext cx="10515600" cy="4948798"/>
          </a:xfrm>
        </p:spPr>
        <p:txBody>
          <a:bodyPr>
            <a:normAutofit/>
          </a:bodyPr>
          <a:lstStyle/>
          <a:p>
            <a:pPr algn="l">
              <a:lnSpc>
                <a:spcPct val="160000"/>
              </a:lnSpc>
            </a:pPr>
            <a:r>
              <a:rPr lang="vi-VN" b="1">
                <a:latin typeface="+mj-lt"/>
              </a:rPr>
              <a:t>Decision Tree: </a:t>
            </a:r>
            <a:r>
              <a:rPr lang="vi-VN">
                <a:latin typeface="+mj-lt"/>
              </a:rPr>
              <a:t>Tìm max_depth, min_samples_split và min_samples_leaf.</a:t>
            </a:r>
          </a:p>
          <a:p>
            <a:pPr algn="l">
              <a:lnSpc>
                <a:spcPct val="160000"/>
              </a:lnSpc>
            </a:pPr>
            <a:r>
              <a:rPr lang="vi-VN" b="1">
                <a:latin typeface="+mj-lt"/>
              </a:rPr>
              <a:t>Random Forest: </a:t>
            </a:r>
            <a:r>
              <a:rPr lang="vi-VN">
                <a:latin typeface="+mj-lt"/>
              </a:rPr>
              <a:t>Tìm số lượng cây (n_estimators) và max_deepth.</a:t>
            </a:r>
          </a:p>
          <a:p>
            <a:pPr algn="l">
              <a:lnSpc>
                <a:spcPct val="160000"/>
              </a:lnSpc>
            </a:pPr>
            <a:r>
              <a:rPr lang="vi-VN" b="1">
                <a:latin typeface="+mj-lt"/>
              </a:rPr>
              <a:t>KNN: </a:t>
            </a:r>
            <a:r>
              <a:rPr lang="vi-VN">
                <a:latin typeface="+mj-lt"/>
              </a:rPr>
              <a:t>Tìm k (k_neighbors) từ 3 đến 30 (bước nhảy 2).</a:t>
            </a:r>
          </a:p>
          <a:p>
            <a:pPr algn="l">
              <a:lnSpc>
                <a:spcPct val="160000"/>
              </a:lnSpc>
            </a:pPr>
            <a:r>
              <a:rPr lang="vi-VN" b="1">
                <a:latin typeface="+mj-lt"/>
              </a:rPr>
              <a:t>Linear SVC và Logistic Regression: </a:t>
            </a:r>
            <a:r>
              <a:rPr lang="vi-VN">
                <a:latin typeface="+mj-lt"/>
              </a:rPr>
              <a:t>Tinh chỉnh hệ số phạt C (0.01, 0.1, 1.0, 100.0) để kiểm soát ranh giới phân lớp.</a:t>
            </a:r>
          </a:p>
          <a:p>
            <a:pPr algn="l">
              <a:lnSpc>
                <a:spcPct val="160000"/>
              </a:lnSpc>
            </a:pPr>
            <a:r>
              <a:rPr lang="vi-VN" b="1">
                <a:latin typeface="+mj-lt"/>
              </a:rPr>
              <a:t>Naive Bayes:  </a:t>
            </a:r>
            <a:r>
              <a:rPr lang="vi-VN">
                <a:latin typeface="+mj-lt"/>
              </a:rPr>
              <a:t>Tìm hệ số ước lượng Laplace (Alpha) từ 0.001 đến 2.0.</a:t>
            </a:r>
          </a:p>
        </p:txBody>
      </p:sp>
    </p:spTree>
    <p:extLst>
      <p:ext uri="{BB962C8B-B14F-4D97-AF65-F5344CB8AC3E}">
        <p14:creationId xmlns:p14="http://schemas.microsoft.com/office/powerpoint/2010/main" val="3779701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0E6B-0438-C692-9A37-D2E80BD3D2C3}"/>
              </a:ext>
            </a:extLst>
          </p:cNvPr>
          <p:cNvSpPr>
            <a:spLocks noGrp="1"/>
          </p:cNvSpPr>
          <p:nvPr>
            <p:ph type="title"/>
          </p:nvPr>
        </p:nvSpPr>
        <p:spPr/>
        <p:txBody>
          <a:bodyPr/>
          <a:lstStyle/>
          <a:p>
            <a:r>
              <a:rPr lang="vi-VN"/>
              <a:t>Biểu đồ độ chính xác của các mô hình</a:t>
            </a:r>
          </a:p>
        </p:txBody>
      </p:sp>
      <p:pic>
        <p:nvPicPr>
          <p:cNvPr id="3" name="Picture 2">
            <a:extLst>
              <a:ext uri="{FF2B5EF4-FFF2-40B4-BE49-F238E27FC236}">
                <a16:creationId xmlns:a16="http://schemas.microsoft.com/office/drawing/2014/main" id="{89A3FFE8-E98B-862F-0AA2-4C2AD3069F8A}"/>
              </a:ext>
            </a:extLst>
          </p:cNvPr>
          <p:cNvPicPr>
            <a:picLocks noChangeAspect="1"/>
          </p:cNvPicPr>
          <p:nvPr/>
        </p:nvPicPr>
        <p:blipFill>
          <a:blip r:embed="rId3"/>
          <a:stretch>
            <a:fillRect/>
          </a:stretch>
        </p:blipFill>
        <p:spPr>
          <a:xfrm>
            <a:off x="1696409" y="1182965"/>
            <a:ext cx="8799182" cy="5132775"/>
          </a:xfrm>
          <a:prstGeom prst="rect">
            <a:avLst/>
          </a:prstGeom>
        </p:spPr>
      </p:pic>
    </p:spTree>
    <p:extLst>
      <p:ext uri="{BB962C8B-B14F-4D97-AF65-F5344CB8AC3E}">
        <p14:creationId xmlns:p14="http://schemas.microsoft.com/office/powerpoint/2010/main" val="2712339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7D81A6-7550-2A9B-4C40-E003968E6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780" y="0"/>
            <a:ext cx="8047014" cy="6705995"/>
          </a:xfrm>
          <a:prstGeom prst="rect">
            <a:avLst/>
          </a:prstGeom>
        </p:spPr>
      </p:pic>
    </p:spTree>
    <p:extLst>
      <p:ext uri="{BB962C8B-B14F-4D97-AF65-F5344CB8AC3E}">
        <p14:creationId xmlns:p14="http://schemas.microsoft.com/office/powerpoint/2010/main" val="1214705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8333B-C9F8-501E-4DE9-07B391703526}"/>
              </a:ext>
            </a:extLst>
          </p:cNvPr>
          <p:cNvSpPr>
            <a:spLocks noGrp="1"/>
          </p:cNvSpPr>
          <p:nvPr>
            <p:ph type="title"/>
          </p:nvPr>
        </p:nvSpPr>
        <p:spPr/>
        <p:txBody>
          <a:bodyPr/>
          <a:lstStyle/>
          <a:p>
            <a:r>
              <a:rPr lang="vi-VN"/>
              <a:t>Phần 2: Đánh giá thời gian xử lý hệ thống</a:t>
            </a:r>
          </a:p>
        </p:txBody>
      </p:sp>
      <p:graphicFrame>
        <p:nvGraphicFramePr>
          <p:cNvPr id="6" name="Table 5">
            <a:extLst>
              <a:ext uri="{FF2B5EF4-FFF2-40B4-BE49-F238E27FC236}">
                <a16:creationId xmlns:a16="http://schemas.microsoft.com/office/drawing/2014/main" id="{0710A70E-236D-78A6-CBF4-57B770FEC380}"/>
              </a:ext>
            </a:extLst>
          </p:cNvPr>
          <p:cNvGraphicFramePr>
            <a:graphicFrameLocks noGrp="1"/>
          </p:cNvGraphicFramePr>
          <p:nvPr>
            <p:extLst>
              <p:ext uri="{D42A27DB-BD31-4B8C-83A1-F6EECF244321}">
                <p14:modId xmlns:p14="http://schemas.microsoft.com/office/powerpoint/2010/main" val="4119375705"/>
              </p:ext>
            </p:extLst>
          </p:nvPr>
        </p:nvGraphicFramePr>
        <p:xfrm>
          <a:off x="838200" y="1356360"/>
          <a:ext cx="10515600" cy="4876800"/>
        </p:xfrm>
        <a:graphic>
          <a:graphicData uri="http://schemas.openxmlformats.org/drawingml/2006/table">
            <a:tbl>
              <a:tblPr firstRow="1" firstCol="1" bandRow="1">
                <a:tableStyleId>{BDBED569-4797-4DF1-A0F4-6AAB3CD982D8}</a:tableStyleId>
              </a:tblPr>
              <a:tblGrid>
                <a:gridCol w="2628900">
                  <a:extLst>
                    <a:ext uri="{9D8B030D-6E8A-4147-A177-3AD203B41FA5}">
                      <a16:colId xmlns:a16="http://schemas.microsoft.com/office/drawing/2014/main" val="338056765"/>
                    </a:ext>
                  </a:extLst>
                </a:gridCol>
                <a:gridCol w="2628900">
                  <a:extLst>
                    <a:ext uri="{9D8B030D-6E8A-4147-A177-3AD203B41FA5}">
                      <a16:colId xmlns:a16="http://schemas.microsoft.com/office/drawing/2014/main" val="4114269351"/>
                    </a:ext>
                  </a:extLst>
                </a:gridCol>
                <a:gridCol w="2628900">
                  <a:extLst>
                    <a:ext uri="{9D8B030D-6E8A-4147-A177-3AD203B41FA5}">
                      <a16:colId xmlns:a16="http://schemas.microsoft.com/office/drawing/2014/main" val="2215638143"/>
                    </a:ext>
                  </a:extLst>
                </a:gridCol>
                <a:gridCol w="2628900">
                  <a:extLst>
                    <a:ext uri="{9D8B030D-6E8A-4147-A177-3AD203B41FA5}">
                      <a16:colId xmlns:a16="http://schemas.microsoft.com/office/drawing/2014/main" val="545177284"/>
                    </a:ext>
                  </a:extLst>
                </a:gridCol>
              </a:tblGrid>
              <a:tr h="309704">
                <a:tc>
                  <a:txBody>
                    <a:bodyPr/>
                    <a:lstStyle/>
                    <a:p>
                      <a:pPr algn="ctr">
                        <a:buNone/>
                      </a:pPr>
                      <a:r>
                        <a:rPr lang="vi-VN" sz="2000">
                          <a:effectLst/>
                          <a:latin typeface="+mj-lt"/>
                        </a:rPr>
                        <a:t>Giai đoạn xử lý trong Pipeline</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Tên mô hình / Khối chức năng</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Thời gian trung bình (Giây)</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Tỷ trọng (%)</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1341543827"/>
                  </a:ext>
                </a:extLst>
              </a:tr>
              <a:tr h="566010">
                <a:tc>
                  <a:txBody>
                    <a:bodyPr/>
                    <a:lstStyle/>
                    <a:p>
                      <a:pPr algn="ctr">
                        <a:buNone/>
                      </a:pPr>
                      <a:r>
                        <a:rPr lang="vi-VN" sz="2000">
                          <a:effectLst/>
                          <a:latin typeface="+mj-lt"/>
                        </a:rPr>
                        <a:t>Tiền xử lý &amp; Cắt ảnh</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YOLOv8</a:t>
                      </a:r>
                    </a:p>
                    <a:p>
                      <a:pPr algn="ctr">
                        <a:buNone/>
                      </a:pPr>
                      <a:r>
                        <a:rPr lang="vi-VN" sz="2000">
                          <a:effectLst/>
                          <a:latin typeface="+mj-lt"/>
                        </a:rPr>
                        <a:t>(Phát hiện biển hiệu)</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0.35s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2.5%</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2770624662"/>
                  </a:ext>
                </a:extLst>
              </a:tr>
              <a:tr h="566010">
                <a:tc>
                  <a:txBody>
                    <a:bodyPr/>
                    <a:lstStyle/>
                    <a:p>
                      <a:pPr>
                        <a:buNone/>
                      </a:pPr>
                      <a:endParaRPr lang="vi-VN" sz="2000">
                        <a:effectLst/>
                        <a:latin typeface="+mj-lt"/>
                      </a:endParaRPr>
                    </a:p>
                  </a:txBody>
                  <a:tcPr marL="28575" marR="28575" marT="19050" marB="19050" anchor="ctr"/>
                </a:tc>
                <a:tc>
                  <a:txBody>
                    <a:bodyPr/>
                    <a:lstStyle/>
                    <a:p>
                      <a:pPr algn="ctr">
                        <a:buNone/>
                      </a:pPr>
                      <a:r>
                        <a:rPr lang="vi-VN" sz="2000">
                          <a:effectLst/>
                          <a:latin typeface="+mj-lt"/>
                        </a:rPr>
                        <a:t>Rectify_3D</a:t>
                      </a:r>
                    </a:p>
                    <a:p>
                      <a:pPr algn="ctr">
                        <a:buNone/>
                      </a:pPr>
                      <a:r>
                        <a:rPr lang="vi-VN" sz="2000">
                          <a:effectLst/>
                          <a:latin typeface="+mj-lt"/>
                        </a:rPr>
                        <a:t>(Nắn phẳng phối cảnh)</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0.29s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2.1%</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472753440"/>
                  </a:ext>
                </a:extLst>
              </a:tr>
              <a:tr h="566010">
                <a:tc>
                  <a:txBody>
                    <a:bodyPr/>
                    <a:lstStyle/>
                    <a:p>
                      <a:pPr algn="ctr">
                        <a:buNone/>
                      </a:pPr>
                      <a:r>
                        <a:rPr lang="vi-VN" sz="2000">
                          <a:effectLst/>
                          <a:latin typeface="+mj-lt"/>
                        </a:rPr>
                        <a:t>Nhận dạng văn bản (OCR)</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PaddleOCR_Det</a:t>
                      </a:r>
                    </a:p>
                    <a:p>
                      <a:pPr algn="ctr">
                        <a:buNone/>
                      </a:pPr>
                      <a:r>
                        <a:rPr lang="vi-VN" sz="2000">
                          <a:effectLst/>
                          <a:latin typeface="+mj-lt"/>
                        </a:rPr>
                        <a:t>(Định vị hộp chữ)</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0.17s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1.2%</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3562859797"/>
                  </a:ext>
                </a:extLst>
              </a:tr>
              <a:tr h="566010">
                <a:tc>
                  <a:txBody>
                    <a:bodyPr/>
                    <a:lstStyle/>
                    <a:p>
                      <a:pPr>
                        <a:buNone/>
                      </a:pPr>
                      <a:endParaRPr lang="vi-VN" sz="2000">
                        <a:effectLst/>
                        <a:latin typeface="+mj-lt"/>
                      </a:endParaRPr>
                    </a:p>
                  </a:txBody>
                  <a:tcPr marL="28575" marR="28575" marT="19050" marB="19050" anchor="ctr"/>
                </a:tc>
                <a:tc>
                  <a:txBody>
                    <a:bodyPr/>
                    <a:lstStyle/>
                    <a:p>
                      <a:pPr algn="ctr">
                        <a:buNone/>
                      </a:pPr>
                      <a:r>
                        <a:rPr lang="vi-VN" sz="2000">
                          <a:effectLst/>
                          <a:latin typeface="+mj-lt"/>
                        </a:rPr>
                        <a:t>VietOCR_Rec</a:t>
                      </a:r>
                    </a:p>
                    <a:p>
                      <a:pPr algn="ctr">
                        <a:buNone/>
                      </a:pPr>
                      <a:r>
                        <a:rPr lang="vi-VN" sz="2000">
                          <a:effectLst/>
                          <a:latin typeface="+mj-lt"/>
                        </a:rPr>
                        <a:t>(Đọc chữ tiếng Việt)</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2.44s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17.5%</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3343972540"/>
                  </a:ext>
                </a:extLst>
              </a:tr>
              <a:tr h="309704">
                <a:tc>
                  <a:txBody>
                    <a:bodyPr/>
                    <a:lstStyle/>
                    <a:p>
                      <a:pPr algn="ctr">
                        <a:buNone/>
                      </a:pPr>
                      <a:r>
                        <a:rPr lang="vi-VN" sz="2000">
                          <a:effectLst/>
                          <a:latin typeface="+mj-lt"/>
                        </a:rPr>
                        <a:t>Bóc tách ngữ nghĩa</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LLM Qwen 2.5 0.5B + Regex</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b="1">
                          <a:effectLst/>
                          <a:latin typeface="+mj-lt"/>
                        </a:rPr>
                        <a:t>~ 10.68s</a:t>
                      </a:r>
                      <a:endParaRPr lang="vi-VN" sz="2000" b="1">
                        <a:effectLst/>
                        <a:latin typeface="+mj-lt"/>
                        <a:ea typeface="Times New Roman" panose="02020603050405020304" pitchFamily="18" charset="0"/>
                      </a:endParaRPr>
                    </a:p>
                  </a:txBody>
                  <a:tcPr marL="28575" marR="28575" marT="19050" marB="19050" anchor="ctr"/>
                </a:tc>
                <a:tc>
                  <a:txBody>
                    <a:bodyPr/>
                    <a:lstStyle/>
                    <a:p>
                      <a:pPr algn="ctr">
                        <a:buNone/>
                      </a:pPr>
                      <a:r>
                        <a:rPr lang="vi-VN" sz="2000" b="1">
                          <a:effectLst/>
                          <a:latin typeface="+mj-lt"/>
                        </a:rPr>
                        <a:t>~ 76.7%</a:t>
                      </a:r>
                      <a:endParaRPr lang="vi-VN" sz="2000" b="1">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3239336960"/>
                  </a:ext>
                </a:extLst>
              </a:tr>
              <a:tr h="309704">
                <a:tc>
                  <a:txBody>
                    <a:bodyPr/>
                    <a:lstStyle/>
                    <a:p>
                      <a:pPr algn="ctr">
                        <a:buNone/>
                      </a:pPr>
                      <a:r>
                        <a:rPr lang="vi-VN" sz="2000">
                          <a:effectLst/>
                          <a:latin typeface="+mj-lt"/>
                        </a:rPr>
                        <a:t>Phân loại danh mục</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Linear SVC</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0.002s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0.01%</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1699546245"/>
                  </a:ext>
                </a:extLst>
              </a:tr>
              <a:tr h="309704">
                <a:tc>
                  <a:txBody>
                    <a:bodyPr/>
                    <a:lstStyle/>
                    <a:p>
                      <a:pPr algn="ctr">
                        <a:buNone/>
                      </a:pPr>
                      <a:r>
                        <a:rPr lang="vi-VN" sz="2000">
                          <a:effectLst/>
                          <a:latin typeface="+mj-lt"/>
                        </a:rPr>
                        <a:t>Tổng thời gian trung bình</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Luồng xử lý hoàn chỉnh</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 13.93s</a:t>
                      </a:r>
                      <a:endParaRPr lang="vi-VN" sz="2000">
                        <a:effectLst/>
                        <a:latin typeface="+mj-lt"/>
                        <a:ea typeface="Times New Roman" panose="02020603050405020304" pitchFamily="18" charset="0"/>
                      </a:endParaRPr>
                    </a:p>
                  </a:txBody>
                  <a:tcPr marL="28575" marR="28575" marT="19050" marB="19050" anchor="ctr"/>
                </a:tc>
                <a:tc>
                  <a:txBody>
                    <a:bodyPr/>
                    <a:lstStyle/>
                    <a:p>
                      <a:pPr algn="ctr">
                        <a:buNone/>
                      </a:pPr>
                      <a:r>
                        <a:rPr lang="vi-VN" sz="2000">
                          <a:effectLst/>
                          <a:latin typeface="+mj-lt"/>
                        </a:rPr>
                        <a:t>100%</a:t>
                      </a:r>
                      <a:endParaRPr lang="vi-VN" sz="2000">
                        <a:effectLst/>
                        <a:latin typeface="+mj-lt"/>
                        <a:ea typeface="Times New Roman" panose="02020603050405020304" pitchFamily="18" charset="0"/>
                      </a:endParaRPr>
                    </a:p>
                  </a:txBody>
                  <a:tcPr marL="28575" marR="28575" marT="19050" marB="19050" anchor="ctr"/>
                </a:tc>
                <a:extLst>
                  <a:ext uri="{0D108BD9-81ED-4DB2-BD59-A6C34878D82A}">
                    <a16:rowId xmlns:a16="http://schemas.microsoft.com/office/drawing/2014/main" val="3531525144"/>
                  </a:ext>
                </a:extLst>
              </a:tr>
            </a:tbl>
          </a:graphicData>
        </a:graphic>
      </p:graphicFrame>
    </p:spTree>
    <p:extLst>
      <p:ext uri="{BB962C8B-B14F-4D97-AF65-F5344CB8AC3E}">
        <p14:creationId xmlns:p14="http://schemas.microsoft.com/office/powerpoint/2010/main" val="4253324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0E635-974F-AD54-B720-CD0AF7CD04E9}"/>
              </a:ext>
            </a:extLst>
          </p:cNvPr>
          <p:cNvSpPr>
            <a:spLocks noGrp="1"/>
          </p:cNvSpPr>
          <p:nvPr>
            <p:ph type="title"/>
          </p:nvPr>
        </p:nvSpPr>
        <p:spPr/>
        <p:txBody>
          <a:bodyPr/>
          <a:lstStyle/>
          <a:p>
            <a:r>
              <a:rPr lang="vi-VN"/>
              <a:t>Phần 2: Kết quả kiểm thử độ chính xác của hệ thống</a:t>
            </a:r>
          </a:p>
        </p:txBody>
      </p:sp>
      <p:graphicFrame>
        <p:nvGraphicFramePr>
          <p:cNvPr id="4" name="Table 3">
            <a:extLst>
              <a:ext uri="{FF2B5EF4-FFF2-40B4-BE49-F238E27FC236}">
                <a16:creationId xmlns:a16="http://schemas.microsoft.com/office/drawing/2014/main" id="{309A5FB2-C05B-0AD0-6A59-EB0A9A0A8CA1}"/>
              </a:ext>
            </a:extLst>
          </p:cNvPr>
          <p:cNvGraphicFramePr>
            <a:graphicFrameLocks noGrp="1"/>
          </p:cNvGraphicFramePr>
          <p:nvPr>
            <p:extLst>
              <p:ext uri="{D42A27DB-BD31-4B8C-83A1-F6EECF244321}">
                <p14:modId xmlns:p14="http://schemas.microsoft.com/office/powerpoint/2010/main" val="1493609499"/>
              </p:ext>
            </p:extLst>
          </p:nvPr>
        </p:nvGraphicFramePr>
        <p:xfrm>
          <a:off x="1013010" y="1361028"/>
          <a:ext cx="10340790" cy="4439136"/>
        </p:xfrm>
        <a:graphic>
          <a:graphicData uri="http://schemas.openxmlformats.org/drawingml/2006/table">
            <a:tbl>
              <a:tblPr>
                <a:tableStyleId>{BC89EF96-8CEA-46FF-86C4-4CE0E7609802}</a:tableStyleId>
              </a:tblPr>
              <a:tblGrid>
                <a:gridCol w="3446930">
                  <a:extLst>
                    <a:ext uri="{9D8B030D-6E8A-4147-A177-3AD203B41FA5}">
                      <a16:colId xmlns:a16="http://schemas.microsoft.com/office/drawing/2014/main" val="2017440076"/>
                    </a:ext>
                  </a:extLst>
                </a:gridCol>
                <a:gridCol w="3446930">
                  <a:extLst>
                    <a:ext uri="{9D8B030D-6E8A-4147-A177-3AD203B41FA5}">
                      <a16:colId xmlns:a16="http://schemas.microsoft.com/office/drawing/2014/main" val="93257214"/>
                    </a:ext>
                  </a:extLst>
                </a:gridCol>
                <a:gridCol w="3446930">
                  <a:extLst>
                    <a:ext uri="{9D8B030D-6E8A-4147-A177-3AD203B41FA5}">
                      <a16:colId xmlns:a16="http://schemas.microsoft.com/office/drawing/2014/main" val="4266428750"/>
                    </a:ext>
                  </a:extLst>
                </a:gridCol>
              </a:tblGrid>
              <a:tr h="826383">
                <a:tc>
                  <a:txBody>
                    <a:bodyPr/>
                    <a:lstStyle/>
                    <a:p>
                      <a:pPr algn="ctr" rtl="0" fontAlgn="b">
                        <a:buNone/>
                      </a:pPr>
                      <a:r>
                        <a:rPr lang="vi-VN" sz="2000" b="1">
                          <a:effectLst/>
                        </a:rPr>
                        <a:t>Giai đoạn trong Pipeline</a:t>
                      </a:r>
                      <a:endParaRPr lang="vi-VN" sz="2000" b="1">
                        <a:effectLst/>
                        <a:latin typeface="+mj-lt"/>
                      </a:endParaRPr>
                    </a:p>
                  </a:txBody>
                  <a:tcPr marL="14569" marR="14569" marT="9713" marB="9713" anchor="ctr"/>
                </a:tc>
                <a:tc>
                  <a:txBody>
                    <a:bodyPr/>
                    <a:lstStyle/>
                    <a:p>
                      <a:pPr algn="ctr" rtl="0" fontAlgn="b">
                        <a:buNone/>
                      </a:pPr>
                      <a:r>
                        <a:rPr lang="vi-VN" sz="2000" b="1">
                          <a:effectLst/>
                        </a:rPr>
                        <a:t>Tên mô hình /thuật toán</a:t>
                      </a:r>
                      <a:endParaRPr lang="vi-VN" sz="2000" b="1">
                        <a:effectLst/>
                        <a:latin typeface="+mj-lt"/>
                      </a:endParaRPr>
                    </a:p>
                  </a:txBody>
                  <a:tcPr marL="14569" marR="14569" marT="9713" marB="9713" anchor="ctr"/>
                </a:tc>
                <a:tc>
                  <a:txBody>
                    <a:bodyPr/>
                    <a:lstStyle/>
                    <a:p>
                      <a:pPr algn="ctr" rtl="0" fontAlgn="b">
                        <a:buNone/>
                      </a:pPr>
                      <a:r>
                        <a:rPr lang="vi-VN" sz="2000" b="1">
                          <a:effectLst/>
                        </a:rPr>
                        <a:t>Độ chính xác</a:t>
                      </a:r>
                      <a:endParaRPr lang="vi-VN" sz="2000" b="1">
                        <a:effectLst/>
                        <a:latin typeface="+mj-lt"/>
                      </a:endParaRPr>
                    </a:p>
                  </a:txBody>
                  <a:tcPr marL="14569" marR="14569" marT="9713" marB="9713" anchor="ctr"/>
                </a:tc>
                <a:extLst>
                  <a:ext uri="{0D108BD9-81ED-4DB2-BD59-A6C34878D82A}">
                    <a16:rowId xmlns:a16="http://schemas.microsoft.com/office/drawing/2014/main" val="672597761"/>
                  </a:ext>
                </a:extLst>
              </a:tr>
              <a:tr h="557274">
                <a:tc>
                  <a:txBody>
                    <a:bodyPr/>
                    <a:lstStyle/>
                    <a:p>
                      <a:pPr algn="ctr" rtl="0" fontAlgn="b">
                        <a:buNone/>
                      </a:pPr>
                      <a:r>
                        <a:rPr lang="vi-VN" sz="2000" b="1">
                          <a:effectLst/>
                        </a:rPr>
                        <a:t>Phát hiện biển hiệu</a:t>
                      </a:r>
                      <a:endParaRPr lang="vi-VN" sz="2000" b="1">
                        <a:effectLst/>
                        <a:latin typeface="+mj-lt"/>
                      </a:endParaRPr>
                    </a:p>
                  </a:txBody>
                  <a:tcPr marL="14569" marR="14569" marT="9713" marB="9713" anchor="ctr"/>
                </a:tc>
                <a:tc>
                  <a:txBody>
                    <a:bodyPr/>
                    <a:lstStyle/>
                    <a:p>
                      <a:pPr algn="ctr" rtl="0" fontAlgn="b">
                        <a:buNone/>
                      </a:pPr>
                      <a:r>
                        <a:rPr lang="vi-VN" sz="2000">
                          <a:effectLst/>
                        </a:rPr>
                        <a:t>YOLOv8</a:t>
                      </a:r>
                      <a:endParaRPr lang="vi-VN" sz="2000">
                        <a:effectLst/>
                        <a:latin typeface="+mj-lt"/>
                      </a:endParaRPr>
                    </a:p>
                  </a:txBody>
                  <a:tcPr marL="14569" marR="14569" marT="9713" marB="9713" anchor="ctr"/>
                </a:tc>
                <a:tc>
                  <a:txBody>
                    <a:bodyPr/>
                    <a:lstStyle/>
                    <a:p>
                      <a:pPr algn="ctr" rtl="0" fontAlgn="b">
                        <a:buNone/>
                      </a:pPr>
                      <a:r>
                        <a:rPr lang="vi-VN" sz="2000">
                          <a:effectLst/>
                        </a:rPr>
                        <a:t>100%</a:t>
                      </a:r>
                      <a:endParaRPr lang="vi-VN" sz="2000">
                        <a:effectLst/>
                        <a:latin typeface="+mj-lt"/>
                      </a:endParaRPr>
                    </a:p>
                  </a:txBody>
                  <a:tcPr marL="14569" marR="14569" marT="9713" marB="9713" anchor="ctr"/>
                </a:tc>
                <a:extLst>
                  <a:ext uri="{0D108BD9-81ED-4DB2-BD59-A6C34878D82A}">
                    <a16:rowId xmlns:a16="http://schemas.microsoft.com/office/drawing/2014/main" val="2890419747"/>
                  </a:ext>
                </a:extLst>
              </a:tr>
              <a:tr h="557274">
                <a:tc>
                  <a:txBody>
                    <a:bodyPr/>
                    <a:lstStyle/>
                    <a:p>
                      <a:pPr algn="ctr" rtl="0" fontAlgn="b">
                        <a:buNone/>
                      </a:pPr>
                      <a:r>
                        <a:rPr lang="vi-VN" sz="2000" b="1">
                          <a:effectLst/>
                        </a:rPr>
                        <a:t>Định vị vùng chứa chữ</a:t>
                      </a:r>
                      <a:endParaRPr lang="vi-VN" sz="2000" b="1">
                        <a:effectLst/>
                        <a:latin typeface="+mj-lt"/>
                      </a:endParaRPr>
                    </a:p>
                  </a:txBody>
                  <a:tcPr marL="14569" marR="14569" marT="9713" marB="9713" anchor="ctr"/>
                </a:tc>
                <a:tc>
                  <a:txBody>
                    <a:bodyPr/>
                    <a:lstStyle/>
                    <a:p>
                      <a:pPr algn="ctr" rtl="0" fontAlgn="b">
                        <a:buNone/>
                      </a:pPr>
                      <a:r>
                        <a:rPr lang="vi-VN" sz="2000">
                          <a:effectLst/>
                        </a:rPr>
                        <a:t>PaddleOCR (DBNet)</a:t>
                      </a:r>
                      <a:endParaRPr lang="vi-VN" sz="2000">
                        <a:effectLst/>
                        <a:latin typeface="+mj-lt"/>
                      </a:endParaRPr>
                    </a:p>
                  </a:txBody>
                  <a:tcPr marL="14569" marR="14569" marT="9713" marB="9713" anchor="ctr"/>
                </a:tc>
                <a:tc>
                  <a:txBody>
                    <a:bodyPr/>
                    <a:lstStyle/>
                    <a:p>
                      <a:pPr algn="ctr" rtl="0" fontAlgn="b">
                        <a:buNone/>
                      </a:pPr>
                      <a:r>
                        <a:rPr lang="vi-VN" sz="2000" b="1">
                          <a:effectLst/>
                        </a:rPr>
                        <a:t>85%</a:t>
                      </a:r>
                      <a:endParaRPr lang="vi-VN" sz="2000" b="1">
                        <a:effectLst/>
                        <a:latin typeface="+mj-lt"/>
                      </a:endParaRPr>
                    </a:p>
                  </a:txBody>
                  <a:tcPr marL="14569" marR="14569" marT="9713" marB="9713" anchor="ctr"/>
                </a:tc>
                <a:extLst>
                  <a:ext uri="{0D108BD9-81ED-4DB2-BD59-A6C34878D82A}">
                    <a16:rowId xmlns:a16="http://schemas.microsoft.com/office/drawing/2014/main" val="2846570406"/>
                  </a:ext>
                </a:extLst>
              </a:tr>
              <a:tr h="557274">
                <a:tc>
                  <a:txBody>
                    <a:bodyPr/>
                    <a:lstStyle/>
                    <a:p>
                      <a:pPr algn="ctr" rtl="0" fontAlgn="b">
                        <a:buNone/>
                      </a:pPr>
                      <a:r>
                        <a:rPr lang="vi-VN" sz="2000" b="1">
                          <a:effectLst/>
                        </a:rPr>
                        <a:t>Đọc chữ tiếng Việt</a:t>
                      </a:r>
                      <a:endParaRPr lang="vi-VN" sz="2000" b="1">
                        <a:effectLst/>
                        <a:latin typeface="+mj-lt"/>
                      </a:endParaRPr>
                    </a:p>
                  </a:txBody>
                  <a:tcPr marL="14569" marR="14569" marT="9713" marB="9713" anchor="ctr"/>
                </a:tc>
                <a:tc>
                  <a:txBody>
                    <a:bodyPr/>
                    <a:lstStyle/>
                    <a:p>
                      <a:pPr algn="ctr" rtl="0" fontAlgn="b">
                        <a:buNone/>
                      </a:pPr>
                      <a:r>
                        <a:rPr lang="vi-VN" sz="2000">
                          <a:effectLst/>
                        </a:rPr>
                        <a:t>VietOCR</a:t>
                      </a:r>
                      <a:endParaRPr lang="vi-VN" sz="2000">
                        <a:effectLst/>
                        <a:latin typeface="+mj-lt"/>
                      </a:endParaRPr>
                    </a:p>
                  </a:txBody>
                  <a:tcPr marL="14569" marR="14569" marT="9713" marB="9713" anchor="ctr"/>
                </a:tc>
                <a:tc>
                  <a:txBody>
                    <a:bodyPr/>
                    <a:lstStyle/>
                    <a:p>
                      <a:pPr algn="ctr" rtl="0" fontAlgn="b">
                        <a:buNone/>
                      </a:pPr>
                      <a:r>
                        <a:rPr lang="vi-VN" sz="2000">
                          <a:effectLst/>
                        </a:rPr>
                        <a:t>95%</a:t>
                      </a:r>
                      <a:endParaRPr lang="vi-VN" sz="2000">
                        <a:effectLst/>
                        <a:latin typeface="+mj-lt"/>
                      </a:endParaRPr>
                    </a:p>
                  </a:txBody>
                  <a:tcPr marL="14569" marR="14569" marT="9713" marB="9713" anchor="ctr"/>
                </a:tc>
                <a:extLst>
                  <a:ext uri="{0D108BD9-81ED-4DB2-BD59-A6C34878D82A}">
                    <a16:rowId xmlns:a16="http://schemas.microsoft.com/office/drawing/2014/main" val="1539220492"/>
                  </a:ext>
                </a:extLst>
              </a:tr>
              <a:tr h="557274">
                <a:tc>
                  <a:txBody>
                    <a:bodyPr/>
                    <a:lstStyle/>
                    <a:p>
                      <a:pPr algn="ctr" rtl="0" fontAlgn="b">
                        <a:buNone/>
                      </a:pPr>
                      <a:r>
                        <a:rPr lang="vi-VN" sz="2000" b="1">
                          <a:effectLst/>
                        </a:rPr>
                        <a:t>Bóc tách ngữ nghĩa</a:t>
                      </a:r>
                      <a:endParaRPr lang="vi-VN" sz="2000" b="1">
                        <a:effectLst/>
                        <a:latin typeface="+mj-lt"/>
                      </a:endParaRPr>
                    </a:p>
                  </a:txBody>
                  <a:tcPr marL="14569" marR="14569" marT="9713" marB="9713" anchor="ctr"/>
                </a:tc>
                <a:tc>
                  <a:txBody>
                    <a:bodyPr/>
                    <a:lstStyle/>
                    <a:p>
                      <a:pPr algn="ctr" rtl="0" fontAlgn="b">
                        <a:buNone/>
                      </a:pPr>
                      <a:r>
                        <a:rPr lang="vi-VN" sz="2000">
                          <a:effectLst/>
                        </a:rPr>
                        <a:t>LLM Qwen 0.5B + Regex</a:t>
                      </a:r>
                      <a:endParaRPr lang="vi-VN" sz="2000">
                        <a:effectLst/>
                        <a:latin typeface="+mj-lt"/>
                      </a:endParaRPr>
                    </a:p>
                  </a:txBody>
                  <a:tcPr marL="14569" marR="14569" marT="9713" marB="9713" anchor="ctr"/>
                </a:tc>
                <a:tc>
                  <a:txBody>
                    <a:bodyPr/>
                    <a:lstStyle/>
                    <a:p>
                      <a:pPr algn="ctr" rtl="0" fontAlgn="b">
                        <a:buNone/>
                      </a:pPr>
                      <a:r>
                        <a:rPr lang="vi-VN" sz="2000" b="1">
                          <a:effectLst/>
                        </a:rPr>
                        <a:t>80%</a:t>
                      </a:r>
                      <a:endParaRPr lang="vi-VN" sz="2000" b="1">
                        <a:effectLst/>
                        <a:latin typeface="+mj-lt"/>
                      </a:endParaRPr>
                    </a:p>
                  </a:txBody>
                  <a:tcPr marL="14569" marR="14569" marT="9713" marB="9713" anchor="ctr"/>
                </a:tc>
                <a:extLst>
                  <a:ext uri="{0D108BD9-81ED-4DB2-BD59-A6C34878D82A}">
                    <a16:rowId xmlns:a16="http://schemas.microsoft.com/office/drawing/2014/main" val="3129786955"/>
                  </a:ext>
                </a:extLst>
              </a:tr>
              <a:tr h="557274">
                <a:tc>
                  <a:txBody>
                    <a:bodyPr/>
                    <a:lstStyle/>
                    <a:p>
                      <a:pPr algn="ctr" rtl="0" fontAlgn="b">
                        <a:buNone/>
                      </a:pPr>
                      <a:r>
                        <a:rPr lang="vi-VN" sz="2000" b="1">
                          <a:effectLst/>
                        </a:rPr>
                        <a:t>Phân loại danh mục</a:t>
                      </a:r>
                      <a:endParaRPr lang="vi-VN" sz="2000" b="1">
                        <a:effectLst/>
                        <a:latin typeface="+mj-lt"/>
                      </a:endParaRPr>
                    </a:p>
                  </a:txBody>
                  <a:tcPr marL="14569" marR="14569" marT="9713" marB="9713" anchor="ctr"/>
                </a:tc>
                <a:tc>
                  <a:txBody>
                    <a:bodyPr/>
                    <a:lstStyle/>
                    <a:p>
                      <a:pPr algn="ctr" rtl="0" fontAlgn="b">
                        <a:buNone/>
                      </a:pPr>
                      <a:r>
                        <a:rPr lang="vi-VN" sz="2000">
                          <a:effectLst/>
                        </a:rPr>
                        <a:t>Linear SVC</a:t>
                      </a:r>
                      <a:endParaRPr lang="vi-VN" sz="2000">
                        <a:effectLst/>
                        <a:latin typeface="+mj-lt"/>
                      </a:endParaRPr>
                    </a:p>
                  </a:txBody>
                  <a:tcPr marL="14569" marR="14569" marT="9713" marB="9713" anchor="ctr"/>
                </a:tc>
                <a:tc>
                  <a:txBody>
                    <a:bodyPr/>
                    <a:lstStyle/>
                    <a:p>
                      <a:pPr algn="ctr" rtl="0" fontAlgn="b">
                        <a:buNone/>
                      </a:pPr>
                      <a:r>
                        <a:rPr lang="vi-VN" sz="2000">
                          <a:effectLst/>
                        </a:rPr>
                        <a:t>95%</a:t>
                      </a:r>
                      <a:endParaRPr lang="vi-VN" sz="2000">
                        <a:effectLst/>
                        <a:latin typeface="+mj-lt"/>
                      </a:endParaRPr>
                    </a:p>
                  </a:txBody>
                  <a:tcPr marL="14569" marR="14569" marT="9713" marB="9713" anchor="ctr"/>
                </a:tc>
                <a:extLst>
                  <a:ext uri="{0D108BD9-81ED-4DB2-BD59-A6C34878D82A}">
                    <a16:rowId xmlns:a16="http://schemas.microsoft.com/office/drawing/2014/main" val="3147156946"/>
                  </a:ext>
                </a:extLst>
              </a:tr>
              <a:tr h="826383">
                <a:tc>
                  <a:txBody>
                    <a:bodyPr/>
                    <a:lstStyle/>
                    <a:p>
                      <a:pPr algn="ctr" rtl="0" fontAlgn="b">
                        <a:buNone/>
                      </a:pPr>
                      <a:r>
                        <a:rPr lang="vi-VN" sz="2000" b="1">
                          <a:effectLst/>
                        </a:rPr>
                        <a:t>Tổng kết</a:t>
                      </a:r>
                      <a:endParaRPr lang="vi-VN" sz="2000" b="1">
                        <a:effectLst/>
                        <a:latin typeface="+mj-lt"/>
                      </a:endParaRPr>
                    </a:p>
                  </a:txBody>
                  <a:tcPr marL="14569" marR="14569" marT="9713" marB="9713" anchor="ctr"/>
                </a:tc>
                <a:tc>
                  <a:txBody>
                    <a:bodyPr/>
                    <a:lstStyle/>
                    <a:p>
                      <a:pPr algn="ctr" rtl="0" fontAlgn="b">
                        <a:buNone/>
                      </a:pPr>
                      <a:endParaRPr lang="vi-VN" sz="2000">
                        <a:effectLst/>
                        <a:latin typeface="+mj-lt"/>
                      </a:endParaRPr>
                    </a:p>
                  </a:txBody>
                  <a:tcPr marL="14569" marR="14569" marT="9713" marB="9713" anchor="ctr"/>
                </a:tc>
                <a:tc>
                  <a:txBody>
                    <a:bodyPr/>
                    <a:lstStyle/>
                    <a:p>
                      <a:pPr algn="ctr" rtl="0" fontAlgn="b">
                        <a:buNone/>
                      </a:pPr>
                      <a:r>
                        <a:rPr lang="vi-VN" sz="2000" b="0">
                          <a:effectLst/>
                        </a:rPr>
                        <a:t>85%</a:t>
                      </a:r>
                      <a:endParaRPr lang="vi-VN" sz="2000" b="0">
                        <a:effectLst/>
                        <a:latin typeface="+mj-lt"/>
                      </a:endParaRPr>
                    </a:p>
                  </a:txBody>
                  <a:tcPr marL="14569" marR="14569" marT="9713" marB="9713" anchor="ctr"/>
                </a:tc>
                <a:extLst>
                  <a:ext uri="{0D108BD9-81ED-4DB2-BD59-A6C34878D82A}">
                    <a16:rowId xmlns:a16="http://schemas.microsoft.com/office/drawing/2014/main" val="3041496955"/>
                  </a:ext>
                </a:extLst>
              </a:tr>
            </a:tbl>
          </a:graphicData>
        </a:graphic>
      </p:graphicFrame>
    </p:spTree>
    <p:extLst>
      <p:ext uri="{BB962C8B-B14F-4D97-AF65-F5344CB8AC3E}">
        <p14:creationId xmlns:p14="http://schemas.microsoft.com/office/powerpoint/2010/main" val="12257770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AD6AB-DF15-4A69-5FD0-EED9BD97D358}"/>
              </a:ext>
            </a:extLst>
          </p:cNvPr>
          <p:cNvSpPr>
            <a:spLocks noGrp="1"/>
          </p:cNvSpPr>
          <p:nvPr>
            <p:ph type="title"/>
          </p:nvPr>
        </p:nvSpPr>
        <p:spPr/>
        <p:txBody>
          <a:bodyPr/>
          <a:lstStyle/>
          <a:p>
            <a:r>
              <a:rPr lang="vi-VN"/>
              <a:t>Kết quả đạt được </a:t>
            </a:r>
          </a:p>
        </p:txBody>
      </p:sp>
      <p:sp>
        <p:nvSpPr>
          <p:cNvPr id="3" name="Text Placeholder 2">
            <a:extLst>
              <a:ext uri="{FF2B5EF4-FFF2-40B4-BE49-F238E27FC236}">
                <a16:creationId xmlns:a16="http://schemas.microsoft.com/office/drawing/2014/main" id="{59B71F2F-F3F2-202E-8CA8-C2A41B023714}"/>
              </a:ext>
            </a:extLst>
          </p:cNvPr>
          <p:cNvSpPr>
            <a:spLocks noGrp="1"/>
          </p:cNvSpPr>
          <p:nvPr>
            <p:ph type="body" idx="1"/>
          </p:nvPr>
        </p:nvSpPr>
        <p:spPr>
          <a:xfrm>
            <a:off x="838200" y="1334132"/>
            <a:ext cx="10515600" cy="5012879"/>
          </a:xfrm>
        </p:spPr>
        <p:txBody>
          <a:bodyPr>
            <a:normAutofit/>
          </a:bodyPr>
          <a:lstStyle/>
          <a:p>
            <a:pPr>
              <a:lnSpc>
                <a:spcPct val="150000"/>
              </a:lnSpc>
            </a:pPr>
            <a:r>
              <a:rPr lang="vi-VN" b="1">
                <a:latin typeface="+mj-lt"/>
              </a:rPr>
              <a:t>Hoàn thành mục tiêu: </a:t>
            </a:r>
            <a:r>
              <a:rPr lang="vi-VN">
                <a:latin typeface="+mj-lt"/>
              </a:rPr>
              <a:t>Xây dựng thành công hệ thống tự động trích xuất thông tin cửa hàng từ ảnh chụp biển hiệu với độ chính xác tổng thể ~85% và thời gian xử lý trung bình ~15s.</a:t>
            </a:r>
          </a:p>
          <a:p>
            <a:pPr>
              <a:lnSpc>
                <a:spcPct val="150000"/>
              </a:lnSpc>
            </a:pPr>
            <a:r>
              <a:rPr lang="vi-VN" b="1">
                <a:latin typeface="+mj-lt"/>
              </a:rPr>
              <a:t>Tự động hóa toàn bộ quy trình: </a:t>
            </a:r>
            <a:r>
              <a:rPr lang="vi-VN">
                <a:latin typeface="+mj-lt"/>
              </a:rPr>
              <a:t>Từ nhận diện, đọc chữ, hiểu ngữ nghĩa đến phân loại ngành nghề. Sẵn sàng tích hợp trực tiếp vào hệ thống bản đồ ở phân hệ 2. </a:t>
            </a:r>
          </a:p>
        </p:txBody>
      </p:sp>
    </p:spTree>
    <p:extLst>
      <p:ext uri="{BB962C8B-B14F-4D97-AF65-F5344CB8AC3E}">
        <p14:creationId xmlns:p14="http://schemas.microsoft.com/office/powerpoint/2010/main" val="1230941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12BCE-CCCD-CE6B-A115-8C3EAF72D089}"/>
              </a:ext>
            </a:extLst>
          </p:cNvPr>
          <p:cNvSpPr>
            <a:spLocks noGrp="1"/>
          </p:cNvSpPr>
          <p:nvPr>
            <p:ph type="title"/>
          </p:nvPr>
        </p:nvSpPr>
        <p:spPr/>
        <p:txBody>
          <a:bodyPr/>
          <a:lstStyle/>
          <a:p>
            <a:r>
              <a:rPr lang="vi-VN"/>
              <a:t>Hạn chế </a:t>
            </a:r>
          </a:p>
        </p:txBody>
      </p:sp>
      <p:sp>
        <p:nvSpPr>
          <p:cNvPr id="3" name="Text Placeholder 2">
            <a:extLst>
              <a:ext uri="{FF2B5EF4-FFF2-40B4-BE49-F238E27FC236}">
                <a16:creationId xmlns:a16="http://schemas.microsoft.com/office/drawing/2014/main" id="{603A38FF-C270-032A-3DED-B41B695CF75B}"/>
              </a:ext>
            </a:extLst>
          </p:cNvPr>
          <p:cNvSpPr>
            <a:spLocks noGrp="1"/>
          </p:cNvSpPr>
          <p:nvPr>
            <p:ph type="body" idx="1"/>
          </p:nvPr>
        </p:nvSpPr>
        <p:spPr>
          <a:xfrm>
            <a:off x="0" y="1206802"/>
            <a:ext cx="11575915" cy="4795164"/>
          </a:xfrm>
        </p:spPr>
        <p:txBody>
          <a:bodyPr>
            <a:normAutofit/>
          </a:bodyPr>
          <a:lstStyle/>
          <a:p>
            <a:pPr marL="1028700" lvl="1" indent="-342900">
              <a:lnSpc>
                <a:spcPct val="150000"/>
              </a:lnSpc>
              <a:buFont typeface="Arial" panose="020B0604020202020204" pitchFamily="34" charset="0"/>
              <a:buChar char="•"/>
            </a:pPr>
            <a:r>
              <a:rPr lang="vi-VN" sz="2800">
                <a:latin typeface="+mj-lt"/>
              </a:rPr>
              <a:t>Tốc độ của LLM chậm và đôi khi vẫn sinh ra kết quả sai lệch ngữ nghĩa. </a:t>
            </a:r>
          </a:p>
          <a:p>
            <a:pPr marL="1028700" lvl="1" indent="-342900">
              <a:lnSpc>
                <a:spcPct val="150000"/>
              </a:lnSpc>
              <a:buFont typeface="Arial" panose="020B0604020202020204" pitchFamily="34" charset="0"/>
              <a:buChar char="•"/>
            </a:pPr>
            <a:r>
              <a:rPr lang="vi-VN" sz="2800">
                <a:latin typeface="+mj-lt"/>
              </a:rPr>
              <a:t>Lỗi ở mô hình nhận dạng vùng chứa chữ như gộp sai các dòng chữ, mất dấu chữ hay không nhận dạng được vùng chứa chữ. </a:t>
            </a:r>
          </a:p>
          <a:p>
            <a:pPr marL="1028700" lvl="1" indent="-342900">
              <a:lnSpc>
                <a:spcPct val="150000"/>
              </a:lnSpc>
              <a:buFont typeface="Arial" panose="020B0604020202020204" pitchFamily="34" charset="0"/>
              <a:buChar char="•"/>
            </a:pPr>
            <a:r>
              <a:rPr lang="vi-VN" sz="2800">
                <a:latin typeface="+mj-lt"/>
              </a:rPr>
              <a:t>Sai số dây chuyền: Lỗi ở các bước xử lý trước sẽ làm nhiễu cho các giai đoạn xử lý phía sau.</a:t>
            </a:r>
          </a:p>
          <a:p>
            <a:pPr marL="1028700" lvl="1" indent="-342900">
              <a:lnSpc>
                <a:spcPct val="150000"/>
              </a:lnSpc>
              <a:buFont typeface="Arial" panose="020B0604020202020204" pitchFamily="34" charset="0"/>
              <a:buChar char="•"/>
            </a:pPr>
            <a:endParaRPr lang="vi-VN" sz="2800">
              <a:latin typeface="+mj-lt"/>
            </a:endParaRPr>
          </a:p>
        </p:txBody>
      </p:sp>
    </p:spTree>
    <p:extLst>
      <p:ext uri="{BB962C8B-B14F-4D97-AF65-F5344CB8AC3E}">
        <p14:creationId xmlns:p14="http://schemas.microsoft.com/office/powerpoint/2010/main" val="2556759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E9D35-EC70-7339-D6DF-C06B72DD722D}"/>
              </a:ext>
            </a:extLst>
          </p:cNvPr>
          <p:cNvSpPr>
            <a:spLocks noGrp="1"/>
          </p:cNvSpPr>
          <p:nvPr>
            <p:ph type="title"/>
          </p:nvPr>
        </p:nvSpPr>
        <p:spPr/>
        <p:txBody>
          <a:bodyPr/>
          <a:lstStyle/>
          <a:p>
            <a:r>
              <a:rPr lang="vi-VN"/>
              <a:t>Hướng phát triển </a:t>
            </a:r>
          </a:p>
        </p:txBody>
      </p:sp>
      <p:sp>
        <p:nvSpPr>
          <p:cNvPr id="3" name="Text Placeholder 2">
            <a:extLst>
              <a:ext uri="{FF2B5EF4-FFF2-40B4-BE49-F238E27FC236}">
                <a16:creationId xmlns:a16="http://schemas.microsoft.com/office/drawing/2014/main" id="{18D24644-335D-695E-BED1-0E1F7E010D7D}"/>
              </a:ext>
            </a:extLst>
          </p:cNvPr>
          <p:cNvSpPr>
            <a:spLocks noGrp="1"/>
          </p:cNvSpPr>
          <p:nvPr>
            <p:ph type="body" idx="1"/>
          </p:nvPr>
        </p:nvSpPr>
        <p:spPr>
          <a:xfrm>
            <a:off x="0" y="1371599"/>
            <a:ext cx="11955294" cy="4776281"/>
          </a:xfrm>
        </p:spPr>
        <p:txBody>
          <a:bodyPr>
            <a:noAutofit/>
          </a:bodyPr>
          <a:lstStyle/>
          <a:p>
            <a:pPr marL="1028700" lvl="1" indent="-342900">
              <a:lnSpc>
                <a:spcPct val="150000"/>
              </a:lnSpc>
              <a:buFont typeface="Arial" panose="020B0604020202020204" pitchFamily="34" charset="0"/>
              <a:buChar char="•"/>
            </a:pPr>
            <a:r>
              <a:rPr lang="vi-VN" sz="2800">
                <a:latin typeface="+mj-lt"/>
              </a:rPr>
              <a:t>Tinh chỉnh mô hình PaddleOCR (Det) trên tập dữ liệu đặc thù của biển hiệu Việt Nam để khắc phục triệt để lỗi dấu, gom dòng và nhận dạng sai. </a:t>
            </a:r>
          </a:p>
          <a:p>
            <a:pPr marL="1028700" lvl="1" indent="-342900">
              <a:lnSpc>
                <a:spcPct val="150000"/>
              </a:lnSpc>
              <a:buFont typeface="Arial" panose="020B0604020202020204" pitchFamily="34" charset="0"/>
              <a:buChar char="•"/>
            </a:pPr>
            <a:r>
              <a:rPr lang="vi-VN" sz="2800">
                <a:latin typeface="+mj-lt"/>
              </a:rPr>
              <a:t>Áp dụng kỹ thuật nén mô hình để tối ưu thời gian phản hồi của LLM từ đó sử dụng mô hình với nhiều tham số hơn như 1.5B,... </a:t>
            </a:r>
          </a:p>
          <a:p>
            <a:pPr marL="1028700" lvl="1" indent="-342900">
              <a:lnSpc>
                <a:spcPct val="150000"/>
              </a:lnSpc>
              <a:buFont typeface="Arial" panose="020B0604020202020204" pitchFamily="34" charset="0"/>
              <a:buChar char="•"/>
            </a:pPr>
            <a:r>
              <a:rPr lang="vi-VN" sz="2800">
                <a:latin typeface="+mj-lt"/>
              </a:rPr>
              <a:t>Ứng dụng mô hình học sâu (Deep Learning) chuyên biệt để nhận diện Logo và màu sắc thương hiệu, kết hợp cùng dữ liệu văn bản để tối đa hóa độ chính xác.</a:t>
            </a:r>
          </a:p>
          <a:p>
            <a:endParaRPr lang="vi-VN" sz="2800">
              <a:latin typeface="+mj-lt"/>
            </a:endParaRPr>
          </a:p>
        </p:txBody>
      </p:sp>
    </p:spTree>
    <p:extLst>
      <p:ext uri="{BB962C8B-B14F-4D97-AF65-F5344CB8AC3E}">
        <p14:creationId xmlns:p14="http://schemas.microsoft.com/office/powerpoint/2010/main" val="916746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839880" y="365040"/>
            <a:ext cx="10513080" cy="936360"/>
          </a:xfrm>
          <a:prstGeom prst="rect">
            <a:avLst/>
          </a:prstGeom>
          <a:noFill/>
          <a:ln w="0">
            <a:noFill/>
          </a:ln>
        </p:spPr>
        <p:txBody>
          <a:bodyPr lIns="0" tIns="0" rIns="0" bIns="0" anchor="ctr">
            <a:noAutofit/>
          </a:bodyPr>
          <a:lstStyle/>
          <a:p>
            <a:pPr indent="0" defTabSz="914400">
              <a:lnSpc>
                <a:spcPct val="90000"/>
              </a:lnSpc>
              <a:spcBef>
                <a:spcPts val="431"/>
              </a:spcBef>
              <a:buNone/>
              <a:tabLst>
                <a:tab pos="0" algn="l"/>
              </a:tabLst>
            </a:pPr>
            <a:r>
              <a:rPr lang="en-US" sz="4000" b="1" strike="noStrike" spc="-1">
                <a:solidFill>
                  <a:srgbClr val="1F5CA9"/>
                </a:solidFill>
                <a:latin typeface="K2D"/>
              </a:rPr>
              <a:t>PHẦN 3:</a:t>
            </a:r>
            <a:endParaRPr lang="en-US" sz="4000" b="0" strike="noStrike" spc="-1">
              <a:solidFill>
                <a:srgbClr val="000000"/>
              </a:solidFill>
              <a:latin typeface="Arial"/>
            </a:endParaRPr>
          </a:p>
        </p:txBody>
      </p:sp>
      <p:sp>
        <p:nvSpPr>
          <p:cNvPr id="491" name="PlaceHolder 2"/>
          <p:cNvSpPr>
            <a:spLocks noGrp="1"/>
          </p:cNvSpPr>
          <p:nvPr>
            <p:ph type="subTitle"/>
          </p:nvPr>
        </p:nvSpPr>
        <p:spPr>
          <a:xfrm>
            <a:off x="839880" y="1303200"/>
            <a:ext cx="10816560" cy="3714480"/>
          </a:xfrm>
          <a:prstGeom prst="rect">
            <a:avLst/>
          </a:prstGeom>
          <a:noFill/>
          <a:ln w="0">
            <a:noFill/>
          </a:ln>
        </p:spPr>
        <p:txBody>
          <a:bodyPr lIns="0" tIns="0" rIns="0" bIns="0" anchor="ctr">
            <a:noAutofit/>
          </a:bodyPr>
          <a:lstStyle/>
          <a:p>
            <a:pPr indent="0" algn="ctr" defTabSz="914400">
              <a:lnSpc>
                <a:spcPct val="90000"/>
              </a:lnSpc>
              <a:spcBef>
                <a:spcPts val="1281"/>
              </a:spcBef>
              <a:spcAft>
                <a:spcPts val="850"/>
              </a:spcAft>
              <a:buNone/>
              <a:tabLst>
                <a:tab pos="0" algn="l"/>
              </a:tabLst>
            </a:pPr>
            <a:r>
              <a:rPr lang="vi-VN" sz="3600" b="1" strike="noStrike" spc="-1">
                <a:solidFill>
                  <a:srgbClr val="0070C0"/>
                </a:solidFill>
                <a:latin typeface="K2D"/>
                <a:ea typeface="Noto Sans CJK SC"/>
              </a:rPr>
              <a:t> </a:t>
            </a:r>
            <a:r>
              <a:rPr lang="en-US" sz="4000" b="1" strike="noStrike" spc="-1">
                <a:solidFill>
                  <a:srgbClr val="1F5CA9"/>
                </a:solidFill>
                <a:latin typeface="K2D"/>
                <a:ea typeface="Noto Sans CJK SC"/>
              </a:rPr>
              <a:t>PHÂN HỆ 2: XÂY DỰNG BẢN ĐỒ </a:t>
            </a:r>
            <a:endParaRPr lang="en-US" sz="4000" b="0" strike="noStrike" spc="-1">
              <a:solidFill>
                <a:srgbClr val="000000"/>
              </a:solidFill>
              <a:latin typeface="Arial"/>
            </a:endParaRPr>
          </a:p>
          <a:p>
            <a:pPr indent="0" algn="ctr" defTabSz="914400">
              <a:lnSpc>
                <a:spcPct val="90000"/>
              </a:lnSpc>
              <a:spcBef>
                <a:spcPts val="1281"/>
              </a:spcBef>
              <a:spcAft>
                <a:spcPts val="850"/>
              </a:spcAft>
              <a:buNone/>
              <a:tabLst>
                <a:tab pos="0" algn="l"/>
              </a:tabLst>
            </a:pPr>
            <a:r>
              <a:rPr lang="en-US" sz="4000" b="1" strike="noStrike" spc="-1">
                <a:solidFill>
                  <a:srgbClr val="1F5CA9"/>
                </a:solidFill>
                <a:latin typeface="K2D"/>
                <a:ea typeface="Noto Sans CJK SC"/>
              </a:rPr>
              <a:t>CỬA HÀNG THÔNG MINH</a:t>
            </a:r>
            <a:endParaRPr lang="en-US" sz="4000" b="0" strike="noStrike" spc="-1">
              <a:solidFill>
                <a:srgbClr val="000000"/>
              </a:solidFill>
              <a:latin typeface="Arial"/>
            </a:endParaRPr>
          </a:p>
        </p:txBody>
      </p:sp>
    </p:spTree>
    <p:extLst>
      <p:ext uri="{BB962C8B-B14F-4D97-AF65-F5344CB8AC3E}">
        <p14:creationId xmlns:p14="http://schemas.microsoft.com/office/powerpoint/2010/main" val="3588857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1019520" y="439200"/>
            <a:ext cx="8123400" cy="70164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vi-VN" sz="3600" b="1" strike="noStrike" spc="-1">
                <a:solidFill>
                  <a:srgbClr val="0070C0"/>
                </a:solidFill>
                <a:latin typeface="K2D"/>
              </a:rPr>
              <a:t>Phần 3: </a:t>
            </a:r>
            <a:r>
              <a:rPr lang="en-US" sz="3600" b="1" strike="noStrike" spc="-1">
                <a:solidFill>
                  <a:srgbClr val="0070C0"/>
                </a:solidFill>
                <a:latin typeface="K2D"/>
              </a:rPr>
              <a:t>Nội dung trình bày </a:t>
            </a:r>
            <a:endParaRPr lang="en-US" sz="3600" b="0" strike="noStrike" spc="-1">
              <a:solidFill>
                <a:srgbClr val="000000"/>
              </a:solidFill>
              <a:latin typeface="Arial"/>
            </a:endParaRPr>
          </a:p>
        </p:txBody>
      </p:sp>
      <p:sp>
        <p:nvSpPr>
          <p:cNvPr id="493" name="PlaceHolder 2"/>
          <p:cNvSpPr>
            <a:spLocks noGrp="1"/>
          </p:cNvSpPr>
          <p:nvPr>
            <p:ph type="subTitle"/>
          </p:nvPr>
        </p:nvSpPr>
        <p:spPr>
          <a:xfrm>
            <a:off x="1143000" y="1600200"/>
            <a:ext cx="9599040" cy="4569840"/>
          </a:xfrm>
          <a:prstGeom prst="rect">
            <a:avLst/>
          </a:prstGeom>
          <a:noFill/>
          <a:ln w="0">
            <a:noFill/>
          </a:ln>
        </p:spPr>
        <p:txBody>
          <a:bodyPr lIns="0" tIns="0" rIns="0" bIns="0" anchor="t">
            <a:noAutofit/>
          </a:bodyPr>
          <a:lstStyle/>
          <a:p>
            <a:pPr marL="432000" indent="-324000" algn="just">
              <a:lnSpc>
                <a:spcPct val="150000"/>
              </a:lnSpc>
              <a:spcBef>
                <a:spcPts val="499"/>
              </a:spcBef>
              <a:buClr>
                <a:srgbClr val="000000"/>
              </a:buClr>
              <a:buFont typeface="Wingdings" charset="2"/>
              <a:buChar char=""/>
            </a:pPr>
            <a:r>
              <a:rPr lang="en-US" sz="2400" b="1" strike="noStrike" spc="-1">
                <a:solidFill>
                  <a:schemeClr val="dk1"/>
                </a:solidFill>
                <a:latin typeface="Times New Roman"/>
              </a:rPr>
              <a:t> </a:t>
            </a:r>
            <a:r>
              <a:rPr lang="vi-VN" sz="2400" b="1" strike="noStrike" spc="-1">
                <a:solidFill>
                  <a:schemeClr val="dk1"/>
                </a:solidFill>
                <a:latin typeface="Arial"/>
                <a:ea typeface="Readex Pro"/>
              </a:rPr>
              <a:t>Mục tiêu phân hệ  </a:t>
            </a:r>
            <a:endParaRPr lang="en-US" sz="2400" b="0" strike="noStrike" spc="-1">
              <a:solidFill>
                <a:srgbClr val="000000"/>
              </a:solidFill>
              <a:latin typeface="Arial"/>
            </a:endParaRPr>
          </a:p>
          <a:p>
            <a:pPr marL="432000" indent="-324000" algn="just">
              <a:lnSpc>
                <a:spcPct val="150000"/>
              </a:lnSpc>
              <a:spcBef>
                <a:spcPts val="499"/>
              </a:spcBef>
              <a:buClr>
                <a:srgbClr val="000000"/>
              </a:buClr>
              <a:buFont typeface="Wingdings" charset="2"/>
              <a:buChar char=""/>
            </a:pPr>
            <a:r>
              <a:rPr lang="vi-VN" sz="2400" b="1" strike="noStrike" spc="-1">
                <a:solidFill>
                  <a:schemeClr val="dk1"/>
                </a:solidFill>
                <a:latin typeface="Arial"/>
                <a:ea typeface="Readex Pro"/>
              </a:rPr>
              <a:t>Thiết kế hệ thống</a:t>
            </a:r>
            <a:endParaRPr lang="en-US" sz="2400" b="0" strike="noStrike" spc="-1">
              <a:solidFill>
                <a:srgbClr val="000000"/>
              </a:solidFill>
              <a:latin typeface="Arial"/>
            </a:endParaRPr>
          </a:p>
          <a:p>
            <a:pPr marL="432000" indent="-324000" algn="just">
              <a:lnSpc>
                <a:spcPct val="150000"/>
              </a:lnSpc>
              <a:spcBef>
                <a:spcPts val="499"/>
              </a:spcBef>
              <a:buClr>
                <a:srgbClr val="000000"/>
              </a:buClr>
              <a:buFont typeface="Wingdings" charset="2"/>
              <a:buChar char=""/>
            </a:pPr>
            <a:r>
              <a:rPr lang="vi-VN" sz="2400" b="1" strike="noStrike" spc="-1">
                <a:solidFill>
                  <a:schemeClr val="dk1"/>
                </a:solidFill>
                <a:latin typeface="Arial"/>
                <a:ea typeface="Readex Pro"/>
              </a:rPr>
              <a:t>Cài đặt chức năng thêm cửa hàng</a:t>
            </a:r>
            <a:endParaRPr lang="en-US" sz="2400" b="0" strike="noStrike" spc="-1">
              <a:solidFill>
                <a:srgbClr val="000000"/>
              </a:solidFill>
              <a:latin typeface="Arial"/>
            </a:endParaRPr>
          </a:p>
          <a:p>
            <a:pPr marL="432000" indent="-324000" algn="just">
              <a:lnSpc>
                <a:spcPct val="150000"/>
              </a:lnSpc>
              <a:spcBef>
                <a:spcPts val="499"/>
              </a:spcBef>
              <a:buClr>
                <a:srgbClr val="000000"/>
              </a:buClr>
              <a:buFont typeface="Wingdings" charset="2"/>
              <a:buChar char=""/>
            </a:pPr>
            <a:r>
              <a:rPr lang="vi-VN" sz="2400" b="1" strike="noStrike" spc="-1">
                <a:solidFill>
                  <a:schemeClr val="dk1"/>
                </a:solidFill>
                <a:latin typeface="Arial"/>
                <a:ea typeface="Readex Pro"/>
              </a:rPr>
              <a:t>Cài đặt chức năng tìm và chỉ đường</a:t>
            </a:r>
            <a:endParaRPr lang="en-US" sz="2400" b="0" strike="noStrike" spc="-1">
              <a:solidFill>
                <a:srgbClr val="000000"/>
              </a:solidFill>
              <a:latin typeface="Arial"/>
            </a:endParaRPr>
          </a:p>
          <a:p>
            <a:pPr marL="432000" indent="-324000" algn="just">
              <a:lnSpc>
                <a:spcPct val="150000"/>
              </a:lnSpc>
              <a:spcBef>
                <a:spcPts val="499"/>
              </a:spcBef>
              <a:buClr>
                <a:srgbClr val="000000"/>
              </a:buClr>
              <a:buFont typeface="Wingdings" charset="2"/>
              <a:buChar char=""/>
            </a:pPr>
            <a:r>
              <a:rPr lang="vi-VN" sz="2400" b="1" strike="noStrike" spc="-1">
                <a:solidFill>
                  <a:schemeClr val="dk1"/>
                </a:solidFill>
                <a:latin typeface="Arial"/>
                <a:ea typeface="Readex Pro"/>
              </a:rPr>
              <a:t> Kiểm thử và đánh giá</a:t>
            </a:r>
            <a:endParaRPr lang="en-US" sz="2400" b="0" strike="noStrike" spc="-1">
              <a:solidFill>
                <a:srgbClr val="000000"/>
              </a:solidFill>
              <a:latin typeface="Arial"/>
            </a:endParaRPr>
          </a:p>
          <a:p>
            <a:pPr marL="432000" indent="-324000" algn="just">
              <a:lnSpc>
                <a:spcPct val="150000"/>
              </a:lnSpc>
              <a:spcBef>
                <a:spcPts val="499"/>
              </a:spcBef>
              <a:buClr>
                <a:srgbClr val="000000"/>
              </a:buClr>
              <a:buFont typeface="Wingdings" charset="2"/>
              <a:buChar char=""/>
            </a:pPr>
            <a:r>
              <a:rPr lang="vi-VN" sz="2400" b="1" strike="noStrike" spc="-1">
                <a:solidFill>
                  <a:schemeClr val="dk1"/>
                </a:solidFill>
                <a:latin typeface="Arial"/>
                <a:ea typeface="Readex Pro"/>
              </a:rPr>
              <a:t> Hướng phát triển </a:t>
            </a:r>
            <a:endParaRPr lang="en-US" sz="2400" b="0" strike="noStrike" spc="-1">
              <a:solidFill>
                <a:srgbClr val="000000"/>
              </a:solidFill>
              <a:latin typeface="Arial"/>
            </a:endParaRPr>
          </a:p>
        </p:txBody>
      </p:sp>
    </p:spTree>
    <p:extLst>
      <p:ext uri="{BB962C8B-B14F-4D97-AF65-F5344CB8AC3E}">
        <p14:creationId xmlns:p14="http://schemas.microsoft.com/office/powerpoint/2010/main" val="356465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910440" y="349200"/>
            <a:ext cx="6631920" cy="701640"/>
          </a:xfrm>
          <a:prstGeom prst="rect">
            <a:avLst/>
          </a:prstGeom>
          <a:noFill/>
          <a:ln w="0">
            <a:noFill/>
          </a:ln>
        </p:spPr>
        <p:txBody>
          <a:bodyPr lIns="91440" tIns="45720" rIns="91440" bIns="45720" anchor="b">
            <a:noAutofit/>
          </a:bodyPr>
          <a:lstStyle/>
          <a:p>
            <a:pPr indent="0" defTabSz="914400">
              <a:lnSpc>
                <a:spcPct val="90000"/>
              </a:lnSpc>
              <a:buNone/>
              <a:tabLst>
                <a:tab pos="0" algn="l"/>
              </a:tabLst>
            </a:pPr>
            <a:r>
              <a:rPr lang="vi-VN" sz="3600" b="1" strike="noStrike" spc="-1">
                <a:solidFill>
                  <a:srgbClr val="0070C0"/>
                </a:solidFill>
                <a:latin typeface="K2D"/>
              </a:rPr>
              <a:t>Phần 3: </a:t>
            </a:r>
            <a:r>
              <a:rPr lang="en-US" sz="3600" b="1" strike="noStrike" spc="-1">
                <a:solidFill>
                  <a:srgbClr val="0070C0"/>
                </a:solidFill>
                <a:latin typeface="K2D"/>
              </a:rPr>
              <a:t>Mục tiêu phân hệ</a:t>
            </a:r>
            <a:endParaRPr lang="en-US" sz="3600" b="0" strike="noStrike" spc="-1">
              <a:solidFill>
                <a:srgbClr val="000000"/>
              </a:solidFill>
              <a:latin typeface="Arial"/>
            </a:endParaRPr>
          </a:p>
        </p:txBody>
      </p:sp>
      <p:sp>
        <p:nvSpPr>
          <p:cNvPr id="495" name="PlaceHolder 2"/>
          <p:cNvSpPr>
            <a:spLocks noGrp="1"/>
          </p:cNvSpPr>
          <p:nvPr>
            <p:ph type="subTitle"/>
          </p:nvPr>
        </p:nvSpPr>
        <p:spPr>
          <a:xfrm>
            <a:off x="910440" y="1298160"/>
            <a:ext cx="10365480" cy="4760280"/>
          </a:xfrm>
          <a:prstGeom prst="rect">
            <a:avLst/>
          </a:prstGeom>
          <a:noFill/>
          <a:ln w="0">
            <a:noFill/>
          </a:ln>
        </p:spPr>
        <p:txBody>
          <a:bodyPr lIns="0" tIns="0" rIns="0" bIns="0" anchor="ctr">
            <a:noAutofit/>
          </a:bodyPr>
          <a:lstStyle/>
          <a:p>
            <a:pPr marL="432000" indent="-324000" algn="just">
              <a:lnSpc>
                <a:spcPct val="115000"/>
              </a:lnSpc>
              <a:spcBef>
                <a:spcPts val="1633"/>
              </a:spcBef>
              <a:spcAft>
                <a:spcPts val="1134"/>
              </a:spcAft>
              <a:buClr>
                <a:srgbClr val="000000"/>
              </a:buClr>
              <a:buSzPct val="45000"/>
              <a:buFont typeface="Wingdings" charset="2"/>
              <a:buChar char=""/>
            </a:pPr>
            <a:r>
              <a:rPr lang="vi-VN" sz="2400" b="0" strike="noStrike" spc="-1">
                <a:solidFill>
                  <a:schemeClr val="dk1"/>
                </a:solidFill>
                <a:latin typeface="Arial"/>
                <a:ea typeface="Readex Pro"/>
              </a:rPr>
              <a:t>Xây dựng một hệ thống bản đồ số giúp quản lý và trực quan hóa dữ liệu địa lý  </a:t>
            </a:r>
            <a:endParaRPr lang="en-US" sz="2400" b="0" strike="noStrike" spc="-1">
              <a:solidFill>
                <a:srgbClr val="000000"/>
              </a:solidFill>
              <a:latin typeface="Arial"/>
            </a:endParaRPr>
          </a:p>
          <a:p>
            <a:pPr marL="432000" indent="-324000" algn="just">
              <a:lnSpc>
                <a:spcPct val="115000"/>
              </a:lnSpc>
              <a:spcBef>
                <a:spcPts val="1633"/>
              </a:spcBef>
              <a:spcAft>
                <a:spcPts val="1134"/>
              </a:spcAft>
              <a:buClr>
                <a:srgbClr val="000000"/>
              </a:buClr>
              <a:buSzPct val="45000"/>
              <a:buFont typeface="Wingdings" charset="2"/>
              <a:buChar char=""/>
            </a:pPr>
            <a:r>
              <a:rPr lang="vi-VN" sz="2400" b="0" strike="noStrike" spc="-1">
                <a:solidFill>
                  <a:schemeClr val="dk1"/>
                </a:solidFill>
                <a:latin typeface="Arial"/>
                <a:ea typeface="Readex Pro"/>
              </a:rPr>
              <a:t>Hỗ trợ các chức năng cơ bản của bản đồ với người dùng</a:t>
            </a:r>
            <a:endParaRPr lang="en-US" sz="2400" b="0" strike="noStrike" spc="-1">
              <a:solidFill>
                <a:srgbClr val="000000"/>
              </a:solidFill>
              <a:latin typeface="Arial"/>
            </a:endParaRPr>
          </a:p>
          <a:p>
            <a:pPr marL="432000" indent="-324000" algn="just">
              <a:lnSpc>
                <a:spcPct val="115000"/>
              </a:lnSpc>
              <a:spcBef>
                <a:spcPts val="1633"/>
              </a:spcBef>
              <a:spcAft>
                <a:spcPts val="1134"/>
              </a:spcAft>
              <a:buClr>
                <a:srgbClr val="000000"/>
              </a:buClr>
              <a:buSzPct val="45000"/>
              <a:buFont typeface="Wingdings" charset="2"/>
              <a:buChar char=""/>
            </a:pPr>
            <a:r>
              <a:rPr lang="vi-VN" sz="2400" b="0" strike="noStrike" spc="-1">
                <a:solidFill>
                  <a:schemeClr val="dk1"/>
                </a:solidFill>
                <a:latin typeface="Arial"/>
                <a:ea typeface="Readex Pro"/>
              </a:rPr>
              <a:t>Đảm bảo các chức năng quản trị của quản trị viên</a:t>
            </a:r>
            <a:endParaRPr lang="en-US" sz="2400" b="0" strike="noStrike" spc="-1">
              <a:solidFill>
                <a:srgbClr val="000000"/>
              </a:solidFill>
              <a:latin typeface="Arial"/>
            </a:endParaRPr>
          </a:p>
          <a:p>
            <a:pPr marL="432000" indent="-324000" algn="just">
              <a:lnSpc>
                <a:spcPct val="115000"/>
              </a:lnSpc>
              <a:spcBef>
                <a:spcPts val="1633"/>
              </a:spcBef>
              <a:spcAft>
                <a:spcPts val="1134"/>
              </a:spcAft>
              <a:buClr>
                <a:srgbClr val="000000"/>
              </a:buClr>
              <a:buSzPct val="45000"/>
              <a:buFont typeface="Wingdings" charset="2"/>
              <a:buChar char=""/>
            </a:pPr>
            <a:r>
              <a:rPr lang="vi-VN" sz="2400" b="0" strike="noStrike" spc="-1">
                <a:solidFill>
                  <a:schemeClr val="dk1"/>
                </a:solidFill>
                <a:latin typeface="Arial"/>
                <a:ea typeface="Readex Pro"/>
              </a:rPr>
              <a:t>Ứng dụng các mô hình đã được xây dựng trong phân hệ trước đó vào hệ thống</a:t>
            </a:r>
            <a:endParaRPr lang="en-US" sz="2400" b="0" strike="noStrike" spc="-1">
              <a:solidFill>
                <a:srgbClr val="000000"/>
              </a:solidFill>
              <a:latin typeface="Arial"/>
            </a:endParaRPr>
          </a:p>
        </p:txBody>
      </p:sp>
    </p:spTree>
    <p:extLst>
      <p:ext uri="{BB962C8B-B14F-4D97-AF65-F5344CB8AC3E}">
        <p14:creationId xmlns:p14="http://schemas.microsoft.com/office/powerpoint/2010/main" val="2506917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p:cNvSpPr>
          <p:nvPr>
            <p:ph type="subTitle"/>
          </p:nvPr>
        </p:nvSpPr>
        <p:spPr>
          <a:xfrm>
            <a:off x="458280" y="1263600"/>
            <a:ext cx="11199240" cy="4546440"/>
          </a:xfrm>
          <a:prstGeom prst="rect">
            <a:avLst/>
          </a:prstGeom>
          <a:noFill/>
          <a:ln w="0">
            <a:noFill/>
          </a:ln>
        </p:spPr>
        <p:txBody>
          <a:bodyPr lIns="0" tIns="0" rIns="0" bIns="0" anchor="ctr">
            <a:noAutofit/>
          </a:bodyPr>
          <a:lstStyle/>
          <a:p>
            <a:pPr marL="432000" indent="-324000" algn="just">
              <a:lnSpc>
                <a:spcPct val="150000"/>
              </a:lnSpc>
              <a:spcBef>
                <a:spcPts val="782"/>
              </a:spcBef>
              <a:spcAft>
                <a:spcPts val="283"/>
              </a:spcAft>
              <a:buClr>
                <a:srgbClr val="000000"/>
              </a:buClr>
              <a:buSzPct val="45000"/>
              <a:buFont typeface="Wingdings" charset="2"/>
              <a:buChar char=""/>
            </a:pPr>
            <a:r>
              <a:rPr lang="vi-VN" sz="2400" b="0" strike="noStrike" spc="-1">
                <a:solidFill>
                  <a:schemeClr val="dk1"/>
                </a:solidFill>
                <a:latin typeface="Arial"/>
                <a:ea typeface="Readex Pro"/>
              </a:rPr>
              <a:t>Hệ thống được thiết kế với kiến trúc </a:t>
            </a:r>
            <a:r>
              <a:rPr lang="vi-VN" sz="2400" b="1" strike="noStrike" spc="-1">
                <a:solidFill>
                  <a:schemeClr val="dk1"/>
                </a:solidFill>
                <a:latin typeface="Arial"/>
                <a:ea typeface="Readex Pro"/>
              </a:rPr>
              <a:t>Client – Server</a:t>
            </a:r>
            <a:r>
              <a:rPr lang="vi-VN" sz="2400" b="0" strike="noStrike" spc="-1">
                <a:solidFill>
                  <a:schemeClr val="dk1"/>
                </a:solidFill>
                <a:latin typeface="Arial"/>
                <a:ea typeface="Readex Pro"/>
              </a:rPr>
              <a:t>, trong đó:</a:t>
            </a:r>
            <a:endParaRPr lang="en-US" sz="2400" b="0" strike="noStrike" spc="-1">
              <a:solidFill>
                <a:srgbClr val="000000"/>
              </a:solidFill>
              <a:latin typeface="Arial"/>
            </a:endParaRPr>
          </a:p>
          <a:p>
            <a:pPr marL="1296000" lvl="2" indent="-288000" algn="just">
              <a:lnSpc>
                <a:spcPct val="150000"/>
              </a:lnSpc>
              <a:spcBef>
                <a:spcPts val="782"/>
              </a:spcBef>
              <a:spcAft>
                <a:spcPts val="283"/>
              </a:spcAft>
              <a:buClr>
                <a:srgbClr val="000000"/>
              </a:buClr>
              <a:buSzPct val="45000"/>
              <a:buFont typeface="Wingdings" charset="2"/>
              <a:buChar char=""/>
            </a:pPr>
            <a:r>
              <a:rPr lang="vi-VN" sz="2400" b="1" strike="noStrike" spc="-1">
                <a:solidFill>
                  <a:schemeClr val="dk1"/>
                </a:solidFill>
                <a:latin typeface="Arial"/>
                <a:ea typeface="Readex Pro"/>
              </a:rPr>
              <a:t>Client – Lớp giao diện</a:t>
            </a:r>
            <a:r>
              <a:rPr lang="vi-VN" sz="2400" b="0" strike="noStrike" spc="-1">
                <a:solidFill>
                  <a:schemeClr val="dk1"/>
                </a:solidFill>
                <a:latin typeface="Arial"/>
                <a:ea typeface="Readex Pro"/>
              </a:rPr>
              <a:t>: được xây dựng trên nền tảng React kết hợp với thư viện bản đồ OpenLayers</a:t>
            </a:r>
            <a:endParaRPr lang="en-US" sz="2400" b="0" strike="noStrike" spc="-1">
              <a:solidFill>
                <a:srgbClr val="000000"/>
              </a:solidFill>
              <a:latin typeface="Arial"/>
            </a:endParaRPr>
          </a:p>
          <a:p>
            <a:pPr marL="1296000" lvl="2" indent="-288000" algn="just">
              <a:lnSpc>
                <a:spcPct val="150000"/>
              </a:lnSpc>
              <a:spcBef>
                <a:spcPts val="782"/>
              </a:spcBef>
              <a:spcAft>
                <a:spcPts val="283"/>
              </a:spcAft>
              <a:buClr>
                <a:srgbClr val="000000"/>
              </a:buClr>
              <a:buSzPct val="45000"/>
              <a:buFont typeface="Wingdings" charset="2"/>
              <a:buChar char=""/>
            </a:pPr>
            <a:r>
              <a:rPr lang="vi-VN" sz="2400" b="1" strike="noStrike" spc="-1">
                <a:solidFill>
                  <a:schemeClr val="dk1"/>
                </a:solidFill>
                <a:latin typeface="Arial"/>
                <a:ea typeface="Readex Pro"/>
              </a:rPr>
              <a:t>Application Server – Lớp logic</a:t>
            </a:r>
            <a:r>
              <a:rPr lang="vi-VN" sz="2400" b="0" strike="noStrike" spc="-1">
                <a:solidFill>
                  <a:schemeClr val="dk1"/>
                </a:solidFill>
                <a:latin typeface="Arial"/>
                <a:ea typeface="Readex Pro"/>
              </a:rPr>
              <a:t>: sử dụng Django REST Framework</a:t>
            </a:r>
            <a:endParaRPr lang="en-US" sz="2400" b="0" strike="noStrike" spc="-1">
              <a:solidFill>
                <a:srgbClr val="000000"/>
              </a:solidFill>
              <a:latin typeface="Arial"/>
            </a:endParaRPr>
          </a:p>
          <a:p>
            <a:pPr marL="1296000" lvl="2" indent="-288000" algn="just">
              <a:lnSpc>
                <a:spcPct val="150000"/>
              </a:lnSpc>
              <a:spcBef>
                <a:spcPts val="782"/>
              </a:spcBef>
              <a:spcAft>
                <a:spcPts val="283"/>
              </a:spcAft>
              <a:buClr>
                <a:srgbClr val="000000"/>
              </a:buClr>
              <a:buSzPct val="45000"/>
              <a:buFont typeface="Wingdings" charset="2"/>
              <a:buChar char=""/>
            </a:pPr>
            <a:r>
              <a:rPr lang="vi-VN" sz="2400" b="1" strike="noStrike" spc="-1">
                <a:solidFill>
                  <a:schemeClr val="dk1"/>
                </a:solidFill>
                <a:latin typeface="Arial"/>
                <a:ea typeface="Readex Pro"/>
              </a:rPr>
              <a:t>MapServer</a:t>
            </a:r>
            <a:r>
              <a:rPr lang="vi-VN" sz="2400" b="0" strike="noStrike" spc="-1">
                <a:solidFill>
                  <a:schemeClr val="dk1"/>
                </a:solidFill>
                <a:latin typeface="Arial"/>
                <a:ea typeface="Readex Pro"/>
              </a:rPr>
              <a:t>: sử dụng GeoServer xử lý các lớp dữ liệu không gian</a:t>
            </a:r>
            <a:endParaRPr lang="en-US" sz="2400" b="0" strike="noStrike" spc="-1">
              <a:solidFill>
                <a:srgbClr val="000000"/>
              </a:solidFill>
              <a:latin typeface="Arial"/>
            </a:endParaRPr>
          </a:p>
          <a:p>
            <a:pPr marL="1296000" lvl="2" indent="-288000" algn="just">
              <a:lnSpc>
                <a:spcPct val="150000"/>
              </a:lnSpc>
              <a:spcBef>
                <a:spcPts val="782"/>
              </a:spcBef>
              <a:spcAft>
                <a:spcPts val="283"/>
              </a:spcAft>
              <a:buClr>
                <a:srgbClr val="000000"/>
              </a:buClr>
              <a:buSzPct val="45000"/>
              <a:buFont typeface="Wingdings" charset="2"/>
              <a:buChar char=""/>
            </a:pPr>
            <a:r>
              <a:rPr lang="vi-VN" sz="2400" b="1" strike="noStrike" spc="-1">
                <a:solidFill>
                  <a:schemeClr val="dk1"/>
                </a:solidFill>
                <a:latin typeface="Arial"/>
                <a:ea typeface="Readex Pro"/>
              </a:rPr>
              <a:t>Database – Lớp cơ sở dữ liệu:</a:t>
            </a:r>
            <a:r>
              <a:rPr lang="vi-VN" sz="2400" b="0" strike="noStrike" spc="-1">
                <a:solidFill>
                  <a:schemeClr val="dk1"/>
                </a:solidFill>
                <a:latin typeface="Arial"/>
                <a:ea typeface="Readex Pro"/>
              </a:rPr>
              <a:t> sử dụng PostgreSQL/PostGIS </a:t>
            </a:r>
            <a:endParaRPr lang="en-US" sz="2400" b="0" strike="noStrike" spc="-1">
              <a:solidFill>
                <a:srgbClr val="000000"/>
              </a:solidFill>
              <a:latin typeface="Arial"/>
            </a:endParaRPr>
          </a:p>
        </p:txBody>
      </p:sp>
      <p:sp>
        <p:nvSpPr>
          <p:cNvPr id="497" name="Title 9"/>
          <p:cNvSpPr/>
          <p:nvPr/>
        </p:nvSpPr>
        <p:spPr>
          <a:xfrm>
            <a:off x="806400" y="331200"/>
            <a:ext cx="634140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Thiết kế hệ thống </a:t>
            </a:r>
            <a:endParaRPr lang="en-US" sz="3600" b="0" strike="noStrike" spc="-1">
              <a:solidFill>
                <a:srgbClr val="000000"/>
              </a:solidFill>
              <a:latin typeface="Arial"/>
            </a:endParaRPr>
          </a:p>
        </p:txBody>
      </p:sp>
    </p:spTree>
    <p:extLst>
      <p:ext uri="{BB962C8B-B14F-4D97-AF65-F5344CB8AC3E}">
        <p14:creationId xmlns:p14="http://schemas.microsoft.com/office/powerpoint/2010/main" val="7622670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 name="Title 7"/>
          <p:cNvSpPr/>
          <p:nvPr/>
        </p:nvSpPr>
        <p:spPr>
          <a:xfrm>
            <a:off x="719640" y="320400"/>
            <a:ext cx="634140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Thiết kế hệ thống </a:t>
            </a:r>
            <a:endParaRPr lang="en-US" sz="3600" b="0" strike="noStrike" spc="-1">
              <a:solidFill>
                <a:srgbClr val="000000"/>
              </a:solidFill>
              <a:latin typeface="Arial"/>
            </a:endParaRPr>
          </a:p>
        </p:txBody>
      </p:sp>
      <p:pic>
        <p:nvPicPr>
          <p:cNvPr id="499" name="Picture 475"/>
          <p:cNvPicPr/>
          <p:nvPr/>
        </p:nvPicPr>
        <p:blipFill>
          <a:blip r:embed="rId2"/>
          <a:stretch/>
        </p:blipFill>
        <p:spPr>
          <a:xfrm>
            <a:off x="2743200" y="1143000"/>
            <a:ext cx="5941440" cy="5205960"/>
          </a:xfrm>
          <a:prstGeom prst="rect">
            <a:avLst/>
          </a:prstGeom>
          <a:ln w="0">
            <a:noFill/>
          </a:ln>
        </p:spPr>
      </p:pic>
    </p:spTree>
    <p:extLst>
      <p:ext uri="{BB962C8B-B14F-4D97-AF65-F5344CB8AC3E}">
        <p14:creationId xmlns:p14="http://schemas.microsoft.com/office/powerpoint/2010/main" val="18797187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Title 6"/>
          <p:cNvSpPr/>
          <p:nvPr/>
        </p:nvSpPr>
        <p:spPr>
          <a:xfrm>
            <a:off x="971640" y="356400"/>
            <a:ext cx="106869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thêm cửa hàng </a:t>
            </a:r>
            <a:endParaRPr lang="en-US" sz="3600" b="0" strike="noStrike" spc="-1">
              <a:solidFill>
                <a:srgbClr val="000000"/>
              </a:solidFill>
              <a:latin typeface="Arial"/>
            </a:endParaRPr>
          </a:p>
        </p:txBody>
      </p:sp>
      <p:pic>
        <p:nvPicPr>
          <p:cNvPr id="501" name="Picture 482"/>
          <p:cNvPicPr/>
          <p:nvPr/>
        </p:nvPicPr>
        <p:blipFill>
          <a:blip r:embed="rId2"/>
          <a:stretch/>
        </p:blipFill>
        <p:spPr>
          <a:xfrm>
            <a:off x="1631520" y="4232880"/>
            <a:ext cx="3626280" cy="1024920"/>
          </a:xfrm>
          <a:prstGeom prst="rect">
            <a:avLst/>
          </a:prstGeom>
          <a:ln w="0">
            <a:noFill/>
          </a:ln>
        </p:spPr>
      </p:pic>
      <p:pic>
        <p:nvPicPr>
          <p:cNvPr id="502" name="Picture 501"/>
          <p:cNvPicPr/>
          <p:nvPr/>
        </p:nvPicPr>
        <p:blipFill>
          <a:blip r:embed="rId3"/>
          <a:stretch/>
        </p:blipFill>
        <p:spPr>
          <a:xfrm>
            <a:off x="332640" y="1217520"/>
            <a:ext cx="11681280" cy="2803680"/>
          </a:xfrm>
          <a:prstGeom prst="rect">
            <a:avLst/>
          </a:prstGeom>
          <a:ln w="0">
            <a:noFill/>
          </a:ln>
        </p:spPr>
      </p:pic>
      <p:sp>
        <p:nvSpPr>
          <p:cNvPr id="503" name="TextBox 502"/>
          <p:cNvSpPr txBox="1"/>
          <p:nvPr/>
        </p:nvSpPr>
        <p:spPr>
          <a:xfrm>
            <a:off x="7664400" y="2040480"/>
            <a:ext cx="4343400" cy="4360320"/>
          </a:xfrm>
          <a:prstGeom prst="rect">
            <a:avLst/>
          </a:prstGeom>
          <a:noFill/>
          <a:ln w="0">
            <a:solidFill>
              <a:srgbClr val="000000"/>
            </a:solidFill>
            <a:prstDash val="sysDash"/>
          </a:ln>
        </p:spPr>
        <p:txBody>
          <a:bodyPr lIns="90000" tIns="45000" rIns="90000" bIns="45000" anchor="t">
            <a:noAutofit/>
          </a:bodyPr>
          <a:lstStyle/>
          <a:p>
            <a:pPr>
              <a:lnSpc>
                <a:spcPct val="100000"/>
              </a:lnSpc>
              <a:spcBef>
                <a:spcPts val="624"/>
              </a:spcBef>
              <a:spcAft>
                <a:spcPts val="425"/>
              </a:spcAft>
            </a:pPr>
            <a:r>
              <a:rPr lang="en-US" sz="1400" b="0" strike="noStrike" spc="-1">
                <a:solidFill>
                  <a:srgbClr val="000000"/>
                </a:solidFill>
                <a:latin typeface="Arial"/>
              </a:rPr>
              <a:t>========== In ra metadata (Rút gọn) ==========</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ImageWidth (256): 3264</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ImageLength (257): 1836</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GPSInfo (34853): {</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1: 'N',   2: (10.0, 1.0, 51.876119),   </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3: 'E',  4: (105.0, 45.0, 9.289799), </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5: 0, 6: 7.0}</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ResolutionUnit (296): 2</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ExifOffset (34665): 244</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Make (271): samsung</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Model (272): Galaxy M34 5G</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Software (305): M346B1DXS8EYJ2</a:t>
            </a:r>
            <a:endParaRPr lang="en-US" sz="1400" b="0" strike="noStrike" spc="-1">
              <a:solidFill>
                <a:srgbClr val="000000"/>
              </a:solidFill>
              <a:latin typeface="Arial"/>
              <a:ea typeface="Noto Sans CJK SC"/>
            </a:endParaRPr>
          </a:p>
          <a:p>
            <a:pPr>
              <a:lnSpc>
                <a:spcPct val="100000"/>
              </a:lnSpc>
              <a:spcBef>
                <a:spcPts val="624"/>
              </a:spcBef>
              <a:spcAft>
                <a:spcPts val="425"/>
              </a:spcAft>
            </a:pPr>
            <a:r>
              <a:rPr lang="en-US" sz="1400" b="0" strike="noStrike" spc="-1">
                <a:solidFill>
                  <a:srgbClr val="000000"/>
                </a:solidFill>
                <a:latin typeface="Arial"/>
              </a:rPr>
              <a:t>- Orientation (274): 6....</a:t>
            </a:r>
            <a:endParaRPr lang="en-US" sz="1400" b="0" strike="noStrike" spc="-1">
              <a:solidFill>
                <a:srgbClr val="000000"/>
              </a:solidFill>
              <a:latin typeface="Arial"/>
              <a:ea typeface="Noto Sans CJK SC"/>
            </a:endParaRPr>
          </a:p>
        </p:txBody>
      </p:sp>
    </p:spTree>
    <p:extLst>
      <p:ext uri="{BB962C8B-B14F-4D97-AF65-F5344CB8AC3E}">
        <p14:creationId xmlns:p14="http://schemas.microsoft.com/office/powerpoint/2010/main" val="56867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Title 4"/>
          <p:cNvSpPr/>
          <p:nvPr/>
        </p:nvSpPr>
        <p:spPr>
          <a:xfrm>
            <a:off x="971640" y="356400"/>
            <a:ext cx="97725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thêm cửa hàng </a:t>
            </a:r>
            <a:endParaRPr lang="en-US" sz="3600" b="0" strike="noStrike" spc="-1">
              <a:solidFill>
                <a:srgbClr val="000000"/>
              </a:solidFill>
              <a:latin typeface="Arial"/>
            </a:endParaRPr>
          </a:p>
        </p:txBody>
      </p:sp>
      <p:pic>
        <p:nvPicPr>
          <p:cNvPr id="505" name="Picture 504"/>
          <p:cNvPicPr/>
          <p:nvPr/>
        </p:nvPicPr>
        <p:blipFill>
          <a:blip r:embed="rId2"/>
          <a:srcRect b="73226"/>
          <a:stretch/>
        </p:blipFill>
        <p:spPr>
          <a:xfrm>
            <a:off x="224640" y="1445760"/>
            <a:ext cx="11681280" cy="839880"/>
          </a:xfrm>
          <a:prstGeom prst="rect">
            <a:avLst/>
          </a:prstGeom>
          <a:ln w="0">
            <a:noFill/>
          </a:ln>
        </p:spPr>
      </p:pic>
      <p:pic>
        <p:nvPicPr>
          <p:cNvPr id="506" name="Picture 505"/>
          <p:cNvPicPr/>
          <p:nvPr/>
        </p:nvPicPr>
        <p:blipFill>
          <a:blip r:embed="rId2"/>
          <a:srcRect l="25471" t="26752" r="25603"/>
          <a:stretch/>
        </p:blipFill>
        <p:spPr>
          <a:xfrm>
            <a:off x="1335600" y="2226600"/>
            <a:ext cx="8555760" cy="3441960"/>
          </a:xfrm>
          <a:prstGeom prst="rect">
            <a:avLst/>
          </a:prstGeom>
          <a:ln w="0">
            <a:noFill/>
          </a:ln>
        </p:spPr>
      </p:pic>
    </p:spTree>
    <p:extLst>
      <p:ext uri="{BB962C8B-B14F-4D97-AF65-F5344CB8AC3E}">
        <p14:creationId xmlns:p14="http://schemas.microsoft.com/office/powerpoint/2010/main" val="40464334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 name="Title 1"/>
          <p:cNvSpPr/>
          <p:nvPr/>
        </p:nvSpPr>
        <p:spPr>
          <a:xfrm>
            <a:off x="863640" y="356400"/>
            <a:ext cx="110235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thêm cửa hàng </a:t>
            </a:r>
            <a:endParaRPr lang="en-US" sz="3600" b="0" strike="noStrike" spc="-1">
              <a:solidFill>
                <a:srgbClr val="000000"/>
              </a:solidFill>
              <a:latin typeface="Arial"/>
            </a:endParaRPr>
          </a:p>
        </p:txBody>
      </p:sp>
      <p:pic>
        <p:nvPicPr>
          <p:cNvPr id="508" name="Picture 507"/>
          <p:cNvPicPr/>
          <p:nvPr/>
        </p:nvPicPr>
        <p:blipFill>
          <a:blip r:embed="rId2"/>
          <a:srcRect l="-1612" b="80781"/>
          <a:stretch/>
        </p:blipFill>
        <p:spPr>
          <a:xfrm>
            <a:off x="0" y="1347480"/>
            <a:ext cx="11869920" cy="709560"/>
          </a:xfrm>
          <a:prstGeom prst="rect">
            <a:avLst/>
          </a:prstGeom>
          <a:ln w="0">
            <a:noFill/>
          </a:ln>
        </p:spPr>
      </p:pic>
      <p:pic>
        <p:nvPicPr>
          <p:cNvPr id="509" name="Picture 508"/>
          <p:cNvPicPr/>
          <p:nvPr/>
        </p:nvPicPr>
        <p:blipFill>
          <a:blip r:embed="rId2"/>
          <a:srcRect l="25779" t="24284" r="15510"/>
          <a:stretch/>
        </p:blipFill>
        <p:spPr>
          <a:xfrm>
            <a:off x="1755000" y="2406600"/>
            <a:ext cx="9144000" cy="3729600"/>
          </a:xfrm>
          <a:prstGeom prst="rect">
            <a:avLst/>
          </a:prstGeom>
          <a:ln w="0">
            <a:noFill/>
          </a:ln>
        </p:spPr>
      </p:pic>
      <p:sp>
        <p:nvSpPr>
          <p:cNvPr id="510" name="Straight Connector 509"/>
          <p:cNvSpPr/>
          <p:nvPr/>
        </p:nvSpPr>
        <p:spPr>
          <a:xfrm flipV="1">
            <a:off x="9010800" y="2057040"/>
            <a:ext cx="0" cy="520920"/>
          </a:xfrm>
          <a:prstGeom prst="line">
            <a:avLst/>
          </a:prstGeom>
          <a:ln w="38160">
            <a:solidFill>
              <a:srgbClr val="000000"/>
            </a:solidFill>
            <a:round/>
            <a:tailEnd type="triangle" w="med" len="med"/>
          </a:ln>
        </p:spPr>
        <p:style>
          <a:lnRef idx="0">
            <a:scrgbClr r="0" g="0" b="0"/>
          </a:lnRef>
          <a:fillRef idx="0">
            <a:scrgbClr r="0" g="0" b="0"/>
          </a:fillRef>
          <a:effectRef idx="0">
            <a:scrgbClr r="0" g="0" b="0"/>
          </a:effectRef>
          <a:fontRef idx="minor"/>
        </p:style>
        <p:txBody>
          <a:bodyPr lIns="109080" tIns="64080" rIns="109080" bIns="64080" anchor="ctr">
            <a:noAutofit/>
          </a:bodyPr>
          <a:lstStyle/>
          <a:p>
            <a:endParaRPr lang="en-US" sz="1800" b="0" strike="noStrike" spc="-1">
              <a:solidFill>
                <a:srgbClr val="000000"/>
              </a:solidFill>
              <a:latin typeface="Arial"/>
            </a:endParaRPr>
          </a:p>
        </p:txBody>
      </p:sp>
    </p:spTree>
    <p:extLst>
      <p:ext uri="{BB962C8B-B14F-4D97-AF65-F5344CB8AC3E}">
        <p14:creationId xmlns:p14="http://schemas.microsoft.com/office/powerpoint/2010/main" val="3119732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p:cNvSpPr>
          <p:nvPr>
            <p:ph type="subTitle"/>
          </p:nvPr>
        </p:nvSpPr>
        <p:spPr>
          <a:xfrm>
            <a:off x="685800" y="2514600"/>
            <a:ext cx="10515600" cy="2514600"/>
          </a:xfrm>
          <a:prstGeom prst="rect">
            <a:avLst/>
          </a:prstGeom>
          <a:noFill/>
          <a:ln w="12600">
            <a:solidFill>
              <a:srgbClr val="000000"/>
            </a:solidFill>
            <a:round/>
          </a:ln>
        </p:spPr>
        <p:txBody>
          <a:bodyPr lIns="6120" tIns="6120" rIns="6120" bIns="6120" anchor="t">
            <a:noAutofit/>
          </a:bodyPr>
          <a:lstStyle/>
          <a:p>
            <a:pPr marL="216000" indent="-216000" algn="just">
              <a:lnSpc>
                <a:spcPct val="115000"/>
              </a:lnSpc>
              <a:spcBef>
                <a:spcPts val="499"/>
              </a:spcBef>
              <a:buClr>
                <a:srgbClr val="000000"/>
              </a:buClr>
              <a:buSzPct val="45000"/>
              <a:buFont typeface="Wingdings" charset="2"/>
              <a:buChar char=""/>
            </a:pPr>
            <a:r>
              <a:rPr lang="vi-VN" sz="2400" b="0" strike="noStrike" spc="-1">
                <a:solidFill>
                  <a:schemeClr val="dk1"/>
                </a:solidFill>
                <a:latin typeface="Arial"/>
                <a:ea typeface="Readex Pro"/>
              </a:rPr>
              <a:t>Hệ thống sử dụng bán kính tìm kiếm cạnh gần nhất.</a:t>
            </a:r>
            <a:endParaRPr lang="en-US" sz="2400" b="0" strike="noStrike" spc="-1">
              <a:solidFill>
                <a:srgbClr val="000000"/>
              </a:solidFill>
              <a:latin typeface="Arial"/>
              <a:ea typeface="Noto Sans CJK SC"/>
            </a:endParaRPr>
          </a:p>
          <a:p>
            <a:pPr marL="216000" indent="-216000" algn="just">
              <a:lnSpc>
                <a:spcPct val="115000"/>
              </a:lnSpc>
              <a:spcBef>
                <a:spcPts val="499"/>
              </a:spcBef>
              <a:buClr>
                <a:srgbClr val="000000"/>
              </a:buClr>
              <a:buSzPct val="45000"/>
              <a:buFont typeface="Wingdings" charset="2"/>
              <a:buChar char=""/>
            </a:pPr>
            <a:r>
              <a:rPr lang="vi-VN" sz="2400" b="0" strike="noStrike" spc="-1">
                <a:solidFill>
                  <a:schemeClr val="dk1"/>
                </a:solidFill>
                <a:latin typeface="Arial"/>
                <a:ea typeface="Readex Pro"/>
              </a:rPr>
              <a:t>Khoảng cách từ một điểm đến một đoạn thẳng được tính theo công thức:</a:t>
            </a:r>
            <a:endParaRPr lang="en-US" sz="2400" b="0" strike="noStrike" spc="-1">
              <a:solidFill>
                <a:srgbClr val="000000"/>
              </a:solidFill>
              <a:latin typeface="Arial"/>
              <a:ea typeface="Noto Sans CJK SC"/>
            </a:endParaRPr>
          </a:p>
        </p:txBody>
      </p:sp>
      <p:sp>
        <p:nvSpPr>
          <p:cNvPr id="512" name="Title 10"/>
          <p:cNvSpPr/>
          <p:nvPr/>
        </p:nvSpPr>
        <p:spPr>
          <a:xfrm>
            <a:off x="971640" y="356400"/>
            <a:ext cx="104583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tìm và chỉ đường</a:t>
            </a:r>
            <a:endParaRPr lang="en-US" sz="3600" b="0" strike="noStrike" spc="-1">
              <a:solidFill>
                <a:srgbClr val="000000"/>
              </a:solidFill>
              <a:latin typeface="Arial"/>
            </a:endParaRPr>
          </a:p>
        </p:txBody>
      </p:sp>
      <p:pic>
        <p:nvPicPr>
          <p:cNvPr id="513" name="Picture 512"/>
          <p:cNvPicPr/>
          <p:nvPr/>
        </p:nvPicPr>
        <p:blipFill>
          <a:blip r:embed="rId2"/>
          <a:stretch/>
        </p:blipFill>
        <p:spPr>
          <a:xfrm>
            <a:off x="457200" y="1211760"/>
            <a:ext cx="11094480" cy="617040"/>
          </a:xfrm>
          <a:prstGeom prst="rect">
            <a:avLst/>
          </a:prstGeom>
          <a:ln w="0">
            <a:noFill/>
          </a:ln>
        </p:spPr>
      </p:pic>
      <p:pic>
        <p:nvPicPr>
          <p:cNvPr id="514" name="Picture 2"/>
          <p:cNvPicPr/>
          <p:nvPr/>
        </p:nvPicPr>
        <p:blipFill>
          <a:blip r:embed="rId3"/>
          <a:stretch/>
        </p:blipFill>
        <p:spPr>
          <a:xfrm>
            <a:off x="4114800" y="3744000"/>
            <a:ext cx="3657600" cy="1056600"/>
          </a:xfrm>
          <a:prstGeom prst="rect">
            <a:avLst/>
          </a:prstGeom>
          <a:ln w="0">
            <a:noFill/>
          </a:ln>
        </p:spPr>
      </p:pic>
      <p:sp>
        <p:nvSpPr>
          <p:cNvPr id="515" name="Straight Connector 514"/>
          <p:cNvSpPr/>
          <p:nvPr/>
        </p:nvSpPr>
        <p:spPr>
          <a:xfrm flipV="1">
            <a:off x="3200400" y="1828800"/>
            <a:ext cx="0" cy="68580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spTree>
    <p:extLst>
      <p:ext uri="{BB962C8B-B14F-4D97-AF65-F5344CB8AC3E}">
        <p14:creationId xmlns:p14="http://schemas.microsoft.com/office/powerpoint/2010/main" val="3837885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 name="PlaceHolder 1"/>
          <p:cNvSpPr>
            <a:spLocks noGrp="1"/>
          </p:cNvSpPr>
          <p:nvPr>
            <p:ph type="subTitle"/>
          </p:nvPr>
        </p:nvSpPr>
        <p:spPr>
          <a:xfrm>
            <a:off x="1261800" y="2514600"/>
            <a:ext cx="8001000" cy="3533400"/>
          </a:xfrm>
          <a:prstGeom prst="rect">
            <a:avLst/>
          </a:prstGeom>
          <a:noFill/>
          <a:ln w="12600">
            <a:solidFill>
              <a:srgbClr val="000000"/>
            </a:solidFill>
            <a:round/>
          </a:ln>
        </p:spPr>
        <p:txBody>
          <a:bodyPr lIns="6120" tIns="6120" rIns="6120" bIns="6120" anchor="t">
            <a:noAutofit/>
          </a:bodyPr>
          <a:lstStyle/>
          <a:p>
            <a:pPr marL="216000" indent="-216000" algn="just">
              <a:lnSpc>
                <a:spcPct val="115000"/>
              </a:lnSpc>
              <a:spcBef>
                <a:spcPts val="1349"/>
              </a:spcBef>
              <a:spcAft>
                <a:spcPts val="850"/>
              </a:spcAft>
              <a:buClr>
                <a:srgbClr val="000000"/>
              </a:buClr>
              <a:buSzPct val="45000"/>
              <a:buFont typeface="Wingdings" charset="2"/>
              <a:buChar char=""/>
            </a:pPr>
            <a:r>
              <a:rPr lang="vi-VN" sz="2200" b="0" strike="noStrike" spc="-1">
                <a:solidFill>
                  <a:schemeClr val="dk1"/>
                </a:solidFill>
                <a:latin typeface="Arial"/>
                <a:ea typeface="Noto Sans CJK SC"/>
              </a:rPr>
              <a:t>Tọa độ điểm chiếu được tính bằng nội suy tuyến tính:</a:t>
            </a:r>
            <a:endParaRPr lang="en-US" sz="2200" b="0" strike="noStrike" spc="-1">
              <a:solidFill>
                <a:srgbClr val="000000"/>
              </a:solidFill>
              <a:latin typeface="Arial"/>
              <a:ea typeface="Noto Sans CJK SC"/>
            </a:endParaRPr>
          </a:p>
        </p:txBody>
      </p:sp>
      <p:sp>
        <p:nvSpPr>
          <p:cNvPr id="517" name="Title 3"/>
          <p:cNvSpPr/>
          <p:nvPr/>
        </p:nvSpPr>
        <p:spPr>
          <a:xfrm>
            <a:off x="971640" y="356400"/>
            <a:ext cx="104583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tìm và chỉ đường</a:t>
            </a:r>
            <a:endParaRPr lang="en-US" sz="3600" b="0" strike="noStrike" spc="-1">
              <a:solidFill>
                <a:srgbClr val="000000"/>
              </a:solidFill>
              <a:latin typeface="Arial"/>
            </a:endParaRPr>
          </a:p>
        </p:txBody>
      </p:sp>
      <p:pic>
        <p:nvPicPr>
          <p:cNvPr id="518" name="Picture 517"/>
          <p:cNvPicPr/>
          <p:nvPr/>
        </p:nvPicPr>
        <p:blipFill>
          <a:blip r:embed="rId2"/>
          <a:stretch/>
        </p:blipFill>
        <p:spPr>
          <a:xfrm>
            <a:off x="457200" y="1211760"/>
            <a:ext cx="11094480" cy="617040"/>
          </a:xfrm>
          <a:prstGeom prst="rect">
            <a:avLst/>
          </a:prstGeom>
          <a:ln w="0">
            <a:noFill/>
          </a:ln>
        </p:spPr>
      </p:pic>
      <p:sp>
        <p:nvSpPr>
          <p:cNvPr id="519" name="Straight Connector 518"/>
          <p:cNvSpPr/>
          <p:nvPr/>
        </p:nvSpPr>
        <p:spPr>
          <a:xfrm flipV="1">
            <a:off x="5252400" y="1828800"/>
            <a:ext cx="0" cy="68580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sp>
        <p:nvSpPr>
          <p:cNvPr id="520" name="Rectangle 1"/>
          <p:cNvSpPr/>
          <p:nvPr/>
        </p:nvSpPr>
        <p:spPr>
          <a:xfrm>
            <a:off x="1526400" y="4220640"/>
            <a:ext cx="4645800" cy="174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a:lnSpc>
                <a:spcPct val="115000"/>
              </a:lnSpc>
              <a:spcBef>
                <a:spcPts val="1349"/>
              </a:spcBef>
              <a:spcAft>
                <a:spcPts val="850"/>
              </a:spcAft>
            </a:pPr>
            <a:r>
              <a:rPr lang="vi-VN" sz="2200" b="0" i="1" strike="noStrike" spc="-1">
                <a:solidFill>
                  <a:schemeClr val="dk1"/>
                </a:solidFill>
                <a:latin typeface="Arial"/>
                <a:ea typeface="Readex Pro"/>
              </a:rPr>
              <a:t>f </a:t>
            </a:r>
            <a:r>
              <a:rPr lang="vi-VN" sz="2200" b="0" strike="noStrike" spc="-1">
                <a:solidFill>
                  <a:schemeClr val="dk1"/>
                </a:solidFill>
                <a:latin typeface="Arial"/>
                <a:ea typeface="Readex Pro"/>
              </a:rPr>
              <a:t>là tỷ lệ vị trí điểm trên đoạn thẳng:</a:t>
            </a:r>
            <a:endParaRPr lang="en-US" sz="2200" b="0" strike="noStrike" spc="-1">
              <a:solidFill>
                <a:srgbClr val="000000"/>
              </a:solidFill>
              <a:latin typeface="Arial"/>
            </a:endParaRPr>
          </a:p>
        </p:txBody>
      </p:sp>
      <p:pic>
        <p:nvPicPr>
          <p:cNvPr id="521" name="Picture 5"/>
          <p:cNvPicPr/>
          <p:nvPr/>
        </p:nvPicPr>
        <p:blipFill>
          <a:blip r:embed="rId3"/>
          <a:stretch/>
        </p:blipFill>
        <p:spPr>
          <a:xfrm>
            <a:off x="2268720" y="2973960"/>
            <a:ext cx="5851080" cy="683640"/>
          </a:xfrm>
          <a:prstGeom prst="rect">
            <a:avLst/>
          </a:prstGeom>
          <a:ln w="0">
            <a:noFill/>
          </a:ln>
        </p:spPr>
      </p:pic>
      <p:pic>
        <p:nvPicPr>
          <p:cNvPr id="522" name="Picture 7"/>
          <p:cNvPicPr/>
          <p:nvPr/>
        </p:nvPicPr>
        <p:blipFill>
          <a:blip r:embed="rId4"/>
          <a:stretch/>
        </p:blipFill>
        <p:spPr>
          <a:xfrm>
            <a:off x="6013800" y="3706200"/>
            <a:ext cx="3053520" cy="1369440"/>
          </a:xfrm>
          <a:prstGeom prst="rect">
            <a:avLst/>
          </a:prstGeom>
          <a:ln w="0">
            <a:noFill/>
          </a:ln>
        </p:spPr>
      </p:pic>
      <p:pic>
        <p:nvPicPr>
          <p:cNvPr id="523" name="Picture 13"/>
          <p:cNvPicPr/>
          <p:nvPr/>
        </p:nvPicPr>
        <p:blipFill>
          <a:blip r:embed="rId5"/>
          <a:stretch/>
        </p:blipFill>
        <p:spPr>
          <a:xfrm>
            <a:off x="2005920" y="4800600"/>
            <a:ext cx="3167280" cy="914400"/>
          </a:xfrm>
          <a:prstGeom prst="rect">
            <a:avLst/>
          </a:prstGeom>
          <a:ln w="0">
            <a:noFill/>
          </a:ln>
        </p:spPr>
      </p:pic>
    </p:spTree>
    <p:extLst>
      <p:ext uri="{BB962C8B-B14F-4D97-AF65-F5344CB8AC3E}">
        <p14:creationId xmlns:p14="http://schemas.microsoft.com/office/powerpoint/2010/main" val="18076548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PlaceHolder 1"/>
          <p:cNvSpPr>
            <a:spLocks noGrp="1"/>
          </p:cNvSpPr>
          <p:nvPr>
            <p:ph type="subTitle"/>
          </p:nvPr>
        </p:nvSpPr>
        <p:spPr>
          <a:xfrm>
            <a:off x="685800" y="2514600"/>
            <a:ext cx="10972800" cy="2971800"/>
          </a:xfrm>
          <a:prstGeom prst="rect">
            <a:avLst/>
          </a:prstGeom>
          <a:noFill/>
          <a:ln w="12600">
            <a:solidFill>
              <a:srgbClr val="000000"/>
            </a:solidFill>
            <a:round/>
          </a:ln>
        </p:spPr>
        <p:txBody>
          <a:bodyPr lIns="6120" tIns="6120" rIns="6120" bIns="6120" anchor="t">
            <a:noAutofit/>
          </a:bodyPr>
          <a:lstStyle/>
          <a:p>
            <a:pPr algn="just">
              <a:lnSpc>
                <a:spcPct val="115000"/>
              </a:lnSpc>
              <a:spcBef>
                <a:spcPts val="1349"/>
              </a:spcBef>
              <a:spcAft>
                <a:spcPts val="850"/>
              </a:spcAft>
            </a:pPr>
            <a:r>
              <a:rPr lang="vi-VN" sz="2400" b="0" strike="noStrike" spc="-1">
                <a:solidFill>
                  <a:schemeClr val="dk1"/>
                </a:solidFill>
                <a:latin typeface="Arial"/>
                <a:ea typeface="Readex Pro"/>
              </a:rPr>
              <a:t>Sau khi tạo điểm ảo, cạnh ban đầu được chia thành hai cạnh con với chi phí:</a:t>
            </a:r>
            <a:endParaRPr lang="en-US" sz="2400" b="0" strike="noStrike" spc="-1">
              <a:solidFill>
                <a:srgbClr val="000000"/>
              </a:solidFill>
              <a:latin typeface="Arial"/>
            </a:endParaRPr>
          </a:p>
          <a:p>
            <a:pPr algn="just">
              <a:lnSpc>
                <a:spcPct val="115000"/>
              </a:lnSpc>
              <a:spcBef>
                <a:spcPts val="1349"/>
              </a:spcBef>
              <a:spcAft>
                <a:spcPts val="850"/>
              </a:spcAft>
            </a:pPr>
            <a:endParaRPr lang="en-US" sz="2400" b="0" strike="noStrike" spc="-1">
              <a:solidFill>
                <a:srgbClr val="000000"/>
              </a:solidFill>
              <a:latin typeface="Arial"/>
            </a:endParaRPr>
          </a:p>
        </p:txBody>
      </p:sp>
      <p:sp>
        <p:nvSpPr>
          <p:cNvPr id="525" name="Title 5"/>
          <p:cNvSpPr/>
          <p:nvPr/>
        </p:nvSpPr>
        <p:spPr>
          <a:xfrm>
            <a:off x="971640" y="356400"/>
            <a:ext cx="104583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tìm và chỉ đường</a:t>
            </a:r>
            <a:endParaRPr lang="en-US" sz="3600" b="0" strike="noStrike" spc="-1">
              <a:solidFill>
                <a:srgbClr val="000000"/>
              </a:solidFill>
              <a:latin typeface="Arial"/>
            </a:endParaRPr>
          </a:p>
        </p:txBody>
      </p:sp>
      <p:pic>
        <p:nvPicPr>
          <p:cNvPr id="526" name="Picture 525"/>
          <p:cNvPicPr/>
          <p:nvPr/>
        </p:nvPicPr>
        <p:blipFill>
          <a:blip r:embed="rId2"/>
          <a:stretch/>
        </p:blipFill>
        <p:spPr>
          <a:xfrm>
            <a:off x="457200" y="1211760"/>
            <a:ext cx="11094480" cy="617040"/>
          </a:xfrm>
          <a:prstGeom prst="rect">
            <a:avLst/>
          </a:prstGeom>
          <a:ln w="0">
            <a:noFill/>
          </a:ln>
        </p:spPr>
      </p:pic>
      <p:sp>
        <p:nvSpPr>
          <p:cNvPr id="527" name="Straight Connector 526"/>
          <p:cNvSpPr/>
          <p:nvPr/>
        </p:nvSpPr>
        <p:spPr>
          <a:xfrm flipV="1">
            <a:off x="7088400" y="1828800"/>
            <a:ext cx="0" cy="68580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sp>
        <p:nvSpPr>
          <p:cNvPr id="528" name="Rectangle 2"/>
          <p:cNvSpPr/>
          <p:nvPr/>
        </p:nvSpPr>
        <p:spPr>
          <a:xfrm>
            <a:off x="914400" y="4510800"/>
            <a:ext cx="10744200" cy="133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50000"/>
              </a:lnSpc>
              <a:spcBef>
                <a:spcPts val="1191"/>
              </a:spcBef>
              <a:spcAft>
                <a:spcPts val="992"/>
              </a:spcAft>
              <a:tabLst>
                <a:tab pos="0" algn="l"/>
              </a:tabLst>
            </a:pPr>
            <a:r>
              <a:rPr lang="en-US" sz="2400" b="0" strike="noStrike" spc="-1">
                <a:solidFill>
                  <a:srgbClr val="000000"/>
                </a:solidFill>
                <a:latin typeface="Times New Roman"/>
                <a:ea typeface="Noto Sans CJK SC"/>
              </a:rPr>
              <a:t>=&gt; </a:t>
            </a:r>
            <a:r>
              <a:rPr lang="vi-VN" sz="2400" b="0" strike="noStrike" spc="-1">
                <a:solidFill>
                  <a:schemeClr val="dk1"/>
                </a:solidFill>
                <a:latin typeface="Arial"/>
                <a:ea typeface="Readex Pro"/>
              </a:rPr>
              <a:t>Thuật toán tìm đường sẽ bắt đầu từ nút ảo này thay vì từ nút giao gần nhất.</a:t>
            </a:r>
            <a:endParaRPr lang="en-US" sz="2400" b="0" strike="noStrike" spc="-1">
              <a:solidFill>
                <a:srgbClr val="000000"/>
              </a:solidFill>
              <a:latin typeface="Arial"/>
            </a:endParaRPr>
          </a:p>
        </p:txBody>
      </p:sp>
      <p:pic>
        <p:nvPicPr>
          <p:cNvPr id="529" name="Picture 19"/>
          <p:cNvPicPr/>
          <p:nvPr/>
        </p:nvPicPr>
        <p:blipFill>
          <a:blip r:embed="rId3"/>
          <a:stretch/>
        </p:blipFill>
        <p:spPr>
          <a:xfrm>
            <a:off x="4174200" y="3285000"/>
            <a:ext cx="3861000" cy="1016280"/>
          </a:xfrm>
          <a:prstGeom prst="rect">
            <a:avLst/>
          </a:prstGeom>
          <a:ln w="0">
            <a:noFill/>
          </a:ln>
        </p:spPr>
      </p:pic>
    </p:spTree>
    <p:extLst>
      <p:ext uri="{BB962C8B-B14F-4D97-AF65-F5344CB8AC3E}">
        <p14:creationId xmlns:p14="http://schemas.microsoft.com/office/powerpoint/2010/main" val="231221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PlaceHolder 1"/>
          <p:cNvSpPr>
            <a:spLocks noGrp="1"/>
          </p:cNvSpPr>
          <p:nvPr>
            <p:ph type="subTitle"/>
          </p:nvPr>
        </p:nvSpPr>
        <p:spPr>
          <a:xfrm>
            <a:off x="1081800" y="2514600"/>
            <a:ext cx="9829800" cy="3533400"/>
          </a:xfrm>
          <a:prstGeom prst="rect">
            <a:avLst/>
          </a:prstGeom>
          <a:noFill/>
          <a:ln w="12600">
            <a:solidFill>
              <a:srgbClr val="000000"/>
            </a:solidFill>
            <a:round/>
          </a:ln>
        </p:spPr>
        <p:txBody>
          <a:bodyPr lIns="6120" tIns="6120" rIns="6120" bIns="6120" anchor="t">
            <a:noAutofit/>
          </a:bodyPr>
          <a:lstStyle/>
          <a:p>
            <a:pPr marL="216000" indent="-216000" algn="just">
              <a:lnSpc>
                <a:spcPct val="115000"/>
              </a:lnSpc>
              <a:spcBef>
                <a:spcPts val="1349"/>
              </a:spcBef>
              <a:spcAft>
                <a:spcPts val="850"/>
              </a:spcAft>
              <a:buClr>
                <a:srgbClr val="000000"/>
              </a:buClr>
              <a:buSzPct val="45000"/>
              <a:buFont typeface="Wingdings" charset="2"/>
              <a:buChar char=""/>
            </a:pPr>
            <a:r>
              <a:rPr lang="vi-VN" sz="2400" b="0" strike="noStrike" spc="-1">
                <a:solidFill>
                  <a:schemeClr val="dk1"/>
                </a:solidFill>
                <a:latin typeface="Arial"/>
                <a:ea typeface="Readex Pro"/>
              </a:rPr>
              <a:t>Thuật toán </a:t>
            </a:r>
            <a:r>
              <a:rPr lang="vi-VN" sz="2400" b="1" strike="noStrike" spc="-1">
                <a:solidFill>
                  <a:schemeClr val="dk1"/>
                </a:solidFill>
                <a:latin typeface="Arial"/>
                <a:ea typeface="Readex Pro"/>
              </a:rPr>
              <a:t>A*</a:t>
            </a:r>
            <a:r>
              <a:rPr lang="vi-VN" sz="2400" b="0" strike="noStrike" spc="-1">
                <a:solidFill>
                  <a:schemeClr val="dk1"/>
                </a:solidFill>
                <a:latin typeface="Arial"/>
                <a:ea typeface="Readex Pro"/>
              </a:rPr>
              <a:t> được dùng làm thuật toán tìm đường chính</a:t>
            </a:r>
            <a:endParaRPr lang="en-US" sz="2400" b="0" strike="noStrike" spc="-1">
              <a:solidFill>
                <a:srgbClr val="000000"/>
              </a:solidFill>
              <a:latin typeface="Arial"/>
            </a:endParaRPr>
          </a:p>
          <a:p>
            <a:pPr marL="216000" indent="-216000" algn="just">
              <a:lnSpc>
                <a:spcPct val="115000"/>
              </a:lnSpc>
              <a:spcBef>
                <a:spcPts val="1349"/>
              </a:spcBef>
              <a:spcAft>
                <a:spcPts val="850"/>
              </a:spcAft>
              <a:buClr>
                <a:srgbClr val="000000"/>
              </a:buClr>
              <a:buSzPct val="45000"/>
              <a:buFont typeface="Wingdings" charset="2"/>
              <a:buChar char=""/>
            </a:pPr>
            <a:r>
              <a:rPr lang="vi-VN" sz="2400" b="0" strike="noStrike" spc="-1">
                <a:solidFill>
                  <a:schemeClr val="dk1"/>
                </a:solidFill>
                <a:latin typeface="Arial"/>
                <a:ea typeface="Readex Pro"/>
              </a:rPr>
              <a:t>Với heuristic được dùng là </a:t>
            </a:r>
            <a:r>
              <a:rPr lang="vi-VN" sz="2400" b="1" strike="noStrike" spc="-1">
                <a:solidFill>
                  <a:schemeClr val="dk1"/>
                </a:solidFill>
                <a:latin typeface="Arial"/>
                <a:ea typeface="Readex Pro"/>
              </a:rPr>
              <a:t>Haversine</a:t>
            </a:r>
            <a:r>
              <a:rPr lang="vi-VN" sz="2400" b="0" strike="noStrike" spc="-1">
                <a:solidFill>
                  <a:schemeClr val="dk1"/>
                </a:solidFill>
                <a:latin typeface="Arial"/>
                <a:ea typeface="Readex Pro"/>
              </a:rPr>
              <a:t>, được tính theo công thức sau:</a:t>
            </a:r>
            <a:endParaRPr lang="en-US" sz="2400" b="0" strike="noStrike" spc="-1">
              <a:solidFill>
                <a:srgbClr val="000000"/>
              </a:solidFill>
              <a:latin typeface="Arial"/>
            </a:endParaRPr>
          </a:p>
        </p:txBody>
      </p:sp>
      <p:sp>
        <p:nvSpPr>
          <p:cNvPr id="531" name="Title 8"/>
          <p:cNvSpPr/>
          <p:nvPr/>
        </p:nvSpPr>
        <p:spPr>
          <a:xfrm>
            <a:off x="971640" y="356400"/>
            <a:ext cx="106869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tìm và chỉ đường</a:t>
            </a:r>
            <a:endParaRPr lang="en-US" sz="3600" b="0" strike="noStrike" spc="-1">
              <a:solidFill>
                <a:srgbClr val="000000"/>
              </a:solidFill>
              <a:latin typeface="Arial"/>
            </a:endParaRPr>
          </a:p>
        </p:txBody>
      </p:sp>
      <p:pic>
        <p:nvPicPr>
          <p:cNvPr id="532" name="Picture 531"/>
          <p:cNvPicPr/>
          <p:nvPr/>
        </p:nvPicPr>
        <p:blipFill>
          <a:blip r:embed="rId2"/>
          <a:stretch/>
        </p:blipFill>
        <p:spPr>
          <a:xfrm>
            <a:off x="457200" y="1211760"/>
            <a:ext cx="11094480" cy="617040"/>
          </a:xfrm>
          <a:prstGeom prst="rect">
            <a:avLst/>
          </a:prstGeom>
          <a:ln w="0">
            <a:noFill/>
          </a:ln>
        </p:spPr>
      </p:pic>
      <p:sp>
        <p:nvSpPr>
          <p:cNvPr id="533" name="Straight Connector 532"/>
          <p:cNvSpPr/>
          <p:nvPr/>
        </p:nvSpPr>
        <p:spPr>
          <a:xfrm flipV="1">
            <a:off x="8708400" y="1828800"/>
            <a:ext cx="0" cy="68580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pic>
        <p:nvPicPr>
          <p:cNvPr id="534" name="Picture 21"/>
          <p:cNvPicPr/>
          <p:nvPr/>
        </p:nvPicPr>
        <p:blipFill>
          <a:blip r:embed="rId3"/>
          <a:stretch/>
        </p:blipFill>
        <p:spPr>
          <a:xfrm>
            <a:off x="1719000" y="3935880"/>
            <a:ext cx="8396640" cy="1370520"/>
          </a:xfrm>
          <a:prstGeom prst="rect">
            <a:avLst/>
          </a:prstGeom>
          <a:ln w="0">
            <a:noFill/>
          </a:ln>
        </p:spPr>
      </p:pic>
    </p:spTree>
    <p:extLst>
      <p:ext uri="{BB962C8B-B14F-4D97-AF65-F5344CB8AC3E}">
        <p14:creationId xmlns:p14="http://schemas.microsoft.com/office/powerpoint/2010/main" val="29442038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PlaceHolder 1"/>
          <p:cNvSpPr>
            <a:spLocks noGrp="1"/>
          </p:cNvSpPr>
          <p:nvPr>
            <p:ph type="subTitle"/>
          </p:nvPr>
        </p:nvSpPr>
        <p:spPr>
          <a:xfrm>
            <a:off x="457200" y="2106000"/>
            <a:ext cx="7086600" cy="4343400"/>
          </a:xfrm>
          <a:prstGeom prst="rect">
            <a:avLst/>
          </a:prstGeom>
          <a:noFill/>
          <a:ln w="12600">
            <a:solidFill>
              <a:srgbClr val="000000"/>
            </a:solidFill>
            <a:round/>
          </a:ln>
        </p:spPr>
        <p:txBody>
          <a:bodyPr lIns="6120" tIns="6120" rIns="6120" bIns="6120" anchor="t">
            <a:noAutofit/>
          </a:bodyPr>
          <a:lstStyle/>
          <a:p>
            <a:pPr defTabSz="914400">
              <a:lnSpc>
                <a:spcPct val="150000"/>
              </a:lnSpc>
              <a:spcBef>
                <a:spcPts val="907"/>
              </a:spcBef>
              <a:spcAft>
                <a:spcPts val="709"/>
              </a:spcAft>
              <a:tabLst>
                <a:tab pos="0" algn="l"/>
              </a:tabLst>
            </a:pPr>
            <a:r>
              <a:rPr lang="vi-VN" sz="2100" b="0" strike="noStrike" spc="-1">
                <a:solidFill>
                  <a:schemeClr val="dk1"/>
                </a:solidFill>
                <a:latin typeface="Arial"/>
                <a:ea typeface="Readex Pro"/>
              </a:rPr>
              <a:t>Với ba điểm liên tiếp </a:t>
            </a:r>
            <a:r>
              <a:rPr lang="vi-VN" sz="2100" b="1" strike="noStrike" spc="-1">
                <a:solidFill>
                  <a:schemeClr val="dk1"/>
                </a:solidFill>
                <a:latin typeface="Arial"/>
                <a:ea typeface="Readex Pro"/>
              </a:rPr>
              <a:t>A, B, C</a:t>
            </a:r>
            <a:r>
              <a:rPr lang="vi-VN" sz="2100" b="0" strike="noStrike" spc="-1">
                <a:solidFill>
                  <a:schemeClr val="dk1"/>
                </a:solidFill>
                <a:latin typeface="Arial"/>
                <a:ea typeface="Readex Pro"/>
              </a:rPr>
              <a:t> trên lộ trình, ta đươc 2 vector:</a:t>
            </a:r>
            <a:endParaRPr lang="en-US" sz="2100" b="0" strike="noStrike" spc="-1">
              <a:solidFill>
                <a:srgbClr val="000000"/>
              </a:solidFill>
              <a:latin typeface="Arial"/>
            </a:endParaRPr>
          </a:p>
        </p:txBody>
      </p:sp>
      <p:sp>
        <p:nvSpPr>
          <p:cNvPr id="536" name="Title 2"/>
          <p:cNvSpPr/>
          <p:nvPr/>
        </p:nvSpPr>
        <p:spPr>
          <a:xfrm>
            <a:off x="971640" y="356400"/>
            <a:ext cx="1045836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Cài đặt chức năng tìm và chỉ đường</a:t>
            </a:r>
            <a:endParaRPr lang="en-US" sz="3600" b="0" strike="noStrike" spc="-1">
              <a:solidFill>
                <a:srgbClr val="000000"/>
              </a:solidFill>
              <a:latin typeface="Arial"/>
            </a:endParaRPr>
          </a:p>
        </p:txBody>
      </p:sp>
      <p:pic>
        <p:nvPicPr>
          <p:cNvPr id="537" name="Picture 536"/>
          <p:cNvPicPr/>
          <p:nvPr/>
        </p:nvPicPr>
        <p:blipFill>
          <a:blip r:embed="rId2"/>
          <a:stretch/>
        </p:blipFill>
        <p:spPr>
          <a:xfrm>
            <a:off x="457200" y="1211760"/>
            <a:ext cx="11094480" cy="617040"/>
          </a:xfrm>
          <a:prstGeom prst="rect">
            <a:avLst/>
          </a:prstGeom>
          <a:ln w="0">
            <a:noFill/>
          </a:ln>
        </p:spPr>
      </p:pic>
      <p:sp>
        <p:nvSpPr>
          <p:cNvPr id="538" name="Straight Connector 537"/>
          <p:cNvSpPr/>
          <p:nvPr/>
        </p:nvSpPr>
        <p:spPr>
          <a:xfrm flipV="1">
            <a:off x="10304640" y="1828800"/>
            <a:ext cx="0" cy="27720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pic>
        <p:nvPicPr>
          <p:cNvPr id="539" name="Picture 1"/>
          <p:cNvPicPr/>
          <p:nvPr/>
        </p:nvPicPr>
        <p:blipFill>
          <a:blip r:embed="rId3"/>
          <a:stretch/>
        </p:blipFill>
        <p:spPr>
          <a:xfrm>
            <a:off x="1009800" y="2696400"/>
            <a:ext cx="5715000" cy="491040"/>
          </a:xfrm>
          <a:prstGeom prst="rect">
            <a:avLst/>
          </a:prstGeom>
          <a:ln w="0">
            <a:noFill/>
          </a:ln>
        </p:spPr>
      </p:pic>
      <p:sp>
        <p:nvSpPr>
          <p:cNvPr id="540" name="Rectangle 3"/>
          <p:cNvSpPr/>
          <p:nvPr/>
        </p:nvSpPr>
        <p:spPr>
          <a:xfrm>
            <a:off x="433800" y="3166200"/>
            <a:ext cx="7338600" cy="267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60000" defTabSz="914400">
              <a:lnSpc>
                <a:spcPct val="150000"/>
              </a:lnSpc>
              <a:spcBef>
                <a:spcPts val="1417"/>
              </a:spcBef>
              <a:spcAft>
                <a:spcPts val="1417"/>
              </a:spcAft>
              <a:tabLst>
                <a:tab pos="0" algn="l"/>
              </a:tabLst>
            </a:pPr>
            <a:r>
              <a:rPr lang="vi-VN" sz="2100" b="1" strike="noStrike" spc="-1">
                <a:solidFill>
                  <a:schemeClr val="dk1"/>
                </a:solidFill>
                <a:latin typeface="Arial"/>
                <a:ea typeface="Readex Pro"/>
              </a:rPr>
              <a:t>Góc giữa hai vector</a:t>
            </a:r>
            <a:r>
              <a:rPr lang="vi-VN" sz="2100" b="0" strike="noStrike" spc="-1">
                <a:solidFill>
                  <a:schemeClr val="dk1"/>
                </a:solidFill>
                <a:latin typeface="Arial"/>
                <a:ea typeface="Readex Pro"/>
              </a:rPr>
              <a:t> được tính bằng tích vô hướng:</a:t>
            </a:r>
            <a:endParaRPr lang="en-US" sz="2100" b="0" strike="noStrike" spc="-1">
              <a:solidFill>
                <a:srgbClr val="000000"/>
              </a:solidFill>
              <a:latin typeface="Arial"/>
              <a:ea typeface="Noto Sans CJK SC"/>
            </a:endParaRPr>
          </a:p>
          <a:p>
            <a:pPr marL="360000" defTabSz="914400">
              <a:lnSpc>
                <a:spcPct val="150000"/>
              </a:lnSpc>
              <a:spcBef>
                <a:spcPts val="1417"/>
              </a:spcBef>
              <a:spcAft>
                <a:spcPts val="1417"/>
              </a:spcAft>
              <a:tabLst>
                <a:tab pos="0" algn="l"/>
              </a:tabLst>
            </a:pPr>
            <a:endParaRPr lang="en-US" sz="2100" b="0" strike="noStrike" spc="-1">
              <a:solidFill>
                <a:srgbClr val="000000"/>
              </a:solidFill>
              <a:latin typeface="Arial"/>
              <a:ea typeface="Noto Sans CJK SC"/>
            </a:endParaRPr>
          </a:p>
          <a:p>
            <a:pPr marL="360000" defTabSz="914400">
              <a:lnSpc>
                <a:spcPct val="115000"/>
              </a:lnSpc>
              <a:spcBef>
                <a:spcPts val="907"/>
              </a:spcBef>
              <a:spcAft>
                <a:spcPts val="850"/>
              </a:spcAft>
              <a:tabLst>
                <a:tab pos="0" algn="l"/>
              </a:tabLst>
            </a:pPr>
            <a:r>
              <a:rPr lang="vi-VN" sz="2100" b="0" strike="noStrike" spc="-1">
                <a:solidFill>
                  <a:schemeClr val="dk1"/>
                </a:solidFill>
                <a:latin typeface="Arial"/>
                <a:ea typeface="Readex Pro"/>
              </a:rPr>
              <a:t>Trong đó:</a:t>
            </a:r>
            <a:endParaRPr lang="en-US" sz="2100" b="0" strike="noStrike" spc="-1">
              <a:solidFill>
                <a:srgbClr val="000000"/>
              </a:solidFill>
              <a:latin typeface="Arial"/>
              <a:ea typeface="Noto Sans CJK SC"/>
            </a:endParaRPr>
          </a:p>
          <a:p>
            <a:pPr marL="360000" defTabSz="914400">
              <a:lnSpc>
                <a:spcPct val="115000"/>
              </a:lnSpc>
              <a:spcBef>
                <a:spcPts val="907"/>
              </a:spcBef>
              <a:spcAft>
                <a:spcPts val="850"/>
              </a:spcAft>
              <a:tabLst>
                <a:tab pos="0" algn="l"/>
              </a:tabLst>
            </a:pPr>
            <a:r>
              <a:rPr lang="vi-VN" sz="2100" b="0" strike="noStrike" spc="-1">
                <a:solidFill>
                  <a:schemeClr val="dk1"/>
                </a:solidFill>
                <a:latin typeface="Arial"/>
                <a:ea typeface="Readex Pro"/>
              </a:rPr>
              <a:t>Độ dài vector:</a:t>
            </a:r>
            <a:endParaRPr lang="en-US" sz="2100" b="0" strike="noStrike" spc="-1">
              <a:solidFill>
                <a:srgbClr val="000000"/>
              </a:solidFill>
              <a:latin typeface="Arial"/>
              <a:ea typeface="Noto Sans CJK SC"/>
            </a:endParaRPr>
          </a:p>
        </p:txBody>
      </p:sp>
      <p:pic>
        <p:nvPicPr>
          <p:cNvPr id="541" name="Picture 23"/>
          <p:cNvPicPr/>
          <p:nvPr/>
        </p:nvPicPr>
        <p:blipFill>
          <a:blip r:embed="rId4"/>
          <a:stretch/>
        </p:blipFill>
        <p:spPr>
          <a:xfrm>
            <a:off x="2116080" y="3670200"/>
            <a:ext cx="2684520" cy="878400"/>
          </a:xfrm>
          <a:prstGeom prst="rect">
            <a:avLst/>
          </a:prstGeom>
          <a:ln w="0">
            <a:noFill/>
          </a:ln>
        </p:spPr>
      </p:pic>
      <p:pic>
        <p:nvPicPr>
          <p:cNvPr id="542" name="Picture 24"/>
          <p:cNvPicPr/>
          <p:nvPr/>
        </p:nvPicPr>
        <p:blipFill>
          <a:blip r:embed="rId5"/>
          <a:stretch/>
        </p:blipFill>
        <p:spPr>
          <a:xfrm>
            <a:off x="2070000" y="4822920"/>
            <a:ext cx="5016600" cy="339480"/>
          </a:xfrm>
          <a:prstGeom prst="rect">
            <a:avLst/>
          </a:prstGeom>
          <a:ln w="0">
            <a:noFill/>
          </a:ln>
        </p:spPr>
      </p:pic>
      <p:pic>
        <p:nvPicPr>
          <p:cNvPr id="543" name="Picture 25"/>
          <p:cNvPicPr/>
          <p:nvPr/>
        </p:nvPicPr>
        <p:blipFill>
          <a:blip r:embed="rId6"/>
          <a:stretch/>
        </p:blipFill>
        <p:spPr>
          <a:xfrm>
            <a:off x="2529360" y="5359680"/>
            <a:ext cx="3185640" cy="475920"/>
          </a:xfrm>
          <a:prstGeom prst="rect">
            <a:avLst/>
          </a:prstGeom>
          <a:ln w="0">
            <a:noFill/>
          </a:ln>
        </p:spPr>
      </p:pic>
      <p:pic>
        <p:nvPicPr>
          <p:cNvPr id="544" name="Picture 26"/>
          <p:cNvPicPr/>
          <p:nvPr/>
        </p:nvPicPr>
        <p:blipFill>
          <a:blip r:embed="rId7"/>
          <a:stretch/>
        </p:blipFill>
        <p:spPr>
          <a:xfrm>
            <a:off x="2586600" y="5835600"/>
            <a:ext cx="3020400" cy="451080"/>
          </a:xfrm>
          <a:prstGeom prst="rect">
            <a:avLst/>
          </a:prstGeom>
          <a:ln w="0">
            <a:noFill/>
          </a:ln>
        </p:spPr>
      </p:pic>
      <p:sp>
        <p:nvSpPr>
          <p:cNvPr id="545" name="PlaceHolder 8"/>
          <p:cNvSpPr txBox="1"/>
          <p:nvPr/>
        </p:nvSpPr>
        <p:spPr>
          <a:xfrm>
            <a:off x="8001000" y="2106360"/>
            <a:ext cx="3886200" cy="4343400"/>
          </a:xfrm>
          <a:prstGeom prst="rect">
            <a:avLst/>
          </a:prstGeom>
          <a:noFill/>
          <a:ln w="12600">
            <a:solidFill>
              <a:srgbClr val="000000"/>
            </a:solidFill>
            <a:round/>
          </a:ln>
        </p:spPr>
        <p:txBody>
          <a:bodyPr lIns="6120" tIns="6120" rIns="6120" bIns="6120" anchor="t">
            <a:noAutofit/>
          </a:bodyPr>
          <a:lstStyle/>
          <a:p>
            <a:pPr defTabSz="914400">
              <a:lnSpc>
                <a:spcPct val="150000"/>
              </a:lnSpc>
              <a:spcBef>
                <a:spcPts val="907"/>
              </a:spcBef>
              <a:spcAft>
                <a:spcPts val="709"/>
              </a:spcAft>
              <a:tabLst>
                <a:tab pos="0" algn="l"/>
              </a:tabLst>
            </a:pPr>
            <a:r>
              <a:rPr lang="vi-VN" sz="2100" b="1" strike="noStrike" spc="-1">
                <a:solidFill>
                  <a:schemeClr val="dk1"/>
                </a:solidFill>
                <a:latin typeface="Arial"/>
                <a:ea typeface="Readex Pro"/>
              </a:rPr>
              <a:t> Phân biệt rẽ trái hay rẽ phải:</a:t>
            </a:r>
            <a:endParaRPr lang="en-US" sz="2100" b="1" strike="noStrike" spc="-1">
              <a:solidFill>
                <a:srgbClr val="000000"/>
              </a:solidFill>
              <a:latin typeface="Arial"/>
            </a:endParaRPr>
          </a:p>
        </p:txBody>
      </p:sp>
      <p:pic>
        <p:nvPicPr>
          <p:cNvPr id="546" name="Picture 27"/>
          <p:cNvPicPr/>
          <p:nvPr/>
        </p:nvPicPr>
        <p:blipFill>
          <a:blip r:embed="rId8"/>
          <a:srcRect r="44441"/>
          <a:stretch/>
        </p:blipFill>
        <p:spPr>
          <a:xfrm>
            <a:off x="8076960" y="2683800"/>
            <a:ext cx="3375000" cy="437400"/>
          </a:xfrm>
          <a:prstGeom prst="rect">
            <a:avLst/>
          </a:prstGeom>
          <a:ln w="0">
            <a:noFill/>
          </a:ln>
        </p:spPr>
      </p:pic>
      <p:pic>
        <p:nvPicPr>
          <p:cNvPr id="547" name="Picture 28"/>
          <p:cNvPicPr/>
          <p:nvPr/>
        </p:nvPicPr>
        <p:blipFill>
          <a:blip r:embed="rId8"/>
          <a:srcRect l="55545"/>
          <a:stretch/>
        </p:blipFill>
        <p:spPr>
          <a:xfrm>
            <a:off x="9089640" y="3121200"/>
            <a:ext cx="2700360" cy="437760"/>
          </a:xfrm>
          <a:prstGeom prst="rect">
            <a:avLst/>
          </a:prstGeom>
          <a:ln w="0">
            <a:noFill/>
          </a:ln>
        </p:spPr>
      </p:pic>
      <p:sp>
        <p:nvSpPr>
          <p:cNvPr id="548" name="TextBox 547"/>
          <p:cNvSpPr txBox="1"/>
          <p:nvPr/>
        </p:nvSpPr>
        <p:spPr>
          <a:xfrm>
            <a:off x="8001000" y="3657600"/>
            <a:ext cx="3886200" cy="2792160"/>
          </a:xfrm>
          <a:prstGeom prst="rect">
            <a:avLst/>
          </a:prstGeom>
          <a:noFill/>
          <a:ln w="0">
            <a:noFill/>
          </a:ln>
        </p:spPr>
        <p:txBody>
          <a:bodyPr lIns="90000" tIns="45000" rIns="90000" bIns="45000" anchor="t">
            <a:noAutofit/>
          </a:bodyPr>
          <a:lstStyle/>
          <a:p>
            <a:pPr>
              <a:lnSpc>
                <a:spcPct val="100000"/>
              </a:lnSpc>
              <a:spcBef>
                <a:spcPts val="850"/>
              </a:spcBef>
              <a:spcAft>
                <a:spcPts val="850"/>
              </a:spcAft>
            </a:pPr>
            <a:r>
              <a:rPr lang="vi-VN" sz="1800" b="1" strike="noStrike" spc="-1">
                <a:solidFill>
                  <a:schemeClr val="dk1"/>
                </a:solidFill>
                <a:latin typeface="Arial"/>
                <a:ea typeface="Readex Pro"/>
              </a:rPr>
              <a:t>θ &lt; 30◦</a:t>
            </a:r>
            <a:r>
              <a:rPr lang="vi-VN" sz="1800" b="0" strike="noStrike" spc="-1">
                <a:solidFill>
                  <a:schemeClr val="dk1"/>
                </a:solidFill>
                <a:latin typeface="Arial"/>
                <a:ea typeface="Readex Pro"/>
              </a:rPr>
              <a:t>: Đi thẳng</a:t>
            </a:r>
            <a:endParaRPr lang="en-US" sz="1800" b="0" strike="noStrike" spc="-1">
              <a:solidFill>
                <a:srgbClr val="000000"/>
              </a:solidFill>
              <a:latin typeface="Arial"/>
              <a:ea typeface="Noto Sans CJK SC"/>
            </a:endParaRPr>
          </a:p>
          <a:p>
            <a:pPr>
              <a:lnSpc>
                <a:spcPct val="100000"/>
              </a:lnSpc>
              <a:spcBef>
                <a:spcPts val="850"/>
              </a:spcBef>
              <a:spcAft>
                <a:spcPts val="850"/>
              </a:spcAft>
            </a:pPr>
            <a:r>
              <a:rPr lang="vi-VN" sz="1800" b="1" strike="noStrike" spc="-1">
                <a:solidFill>
                  <a:schemeClr val="dk1"/>
                </a:solidFill>
                <a:latin typeface="Arial"/>
                <a:ea typeface="Readex Pro"/>
              </a:rPr>
              <a:t>30◦ ≤ θ &lt; 150◦:</a:t>
            </a:r>
            <a:r>
              <a:rPr lang="vi-VN" sz="1800" b="0" strike="noStrike" spc="-1">
                <a:solidFill>
                  <a:schemeClr val="dk1"/>
                </a:solidFill>
                <a:latin typeface="Arial"/>
                <a:ea typeface="Readex Pro"/>
              </a:rPr>
              <a:t> Rẽ trái hoặc rẽ phải </a:t>
            </a:r>
            <a:endParaRPr lang="en-US" sz="1800" b="0" strike="noStrike" spc="-1">
              <a:solidFill>
                <a:srgbClr val="000000"/>
              </a:solidFill>
              <a:latin typeface="Arial"/>
              <a:ea typeface="Noto Sans CJK SC"/>
            </a:endParaRPr>
          </a:p>
          <a:p>
            <a:pPr>
              <a:lnSpc>
                <a:spcPct val="100000"/>
              </a:lnSpc>
              <a:spcBef>
                <a:spcPts val="850"/>
              </a:spcBef>
              <a:spcAft>
                <a:spcPts val="850"/>
              </a:spcAft>
            </a:pPr>
            <a:r>
              <a:rPr lang="vi-VN" sz="1800" b="1" strike="noStrike" spc="-1">
                <a:solidFill>
                  <a:schemeClr val="dk1"/>
                </a:solidFill>
                <a:latin typeface="Arial"/>
                <a:ea typeface="Readex Pro"/>
              </a:rPr>
              <a:t>θ ≥ 150◦</a:t>
            </a:r>
            <a:r>
              <a:rPr lang="vi-VN" sz="1800" b="0" strike="noStrike" spc="-1">
                <a:solidFill>
                  <a:schemeClr val="dk1"/>
                </a:solidFill>
                <a:latin typeface="Arial"/>
                <a:ea typeface="Readex Pro"/>
              </a:rPr>
              <a:t>: Quay đầu</a:t>
            </a:r>
            <a:endParaRPr lang="en-US" sz="1800" b="0" strike="noStrike" spc="-1">
              <a:solidFill>
                <a:srgbClr val="000000"/>
              </a:solidFill>
              <a:latin typeface="Arial"/>
              <a:ea typeface="Noto Sans CJK SC"/>
            </a:endParaRPr>
          </a:p>
          <a:p>
            <a:pPr marL="216000" indent="-216000">
              <a:lnSpc>
                <a:spcPct val="100000"/>
              </a:lnSpc>
              <a:spcBef>
                <a:spcPts val="850"/>
              </a:spcBef>
              <a:spcAft>
                <a:spcPts val="850"/>
              </a:spcAft>
              <a:buClr>
                <a:srgbClr val="000000"/>
              </a:buClr>
              <a:buSzPct val="45000"/>
              <a:buFont typeface="Wingdings" charset="2"/>
              <a:buChar char=""/>
            </a:pPr>
            <a:r>
              <a:rPr lang="vi-VN" sz="1800" b="0" strike="noStrike" spc="-1">
                <a:solidFill>
                  <a:schemeClr val="dk1"/>
                </a:solidFill>
                <a:latin typeface="Arial"/>
                <a:ea typeface="Readex Pro"/>
              </a:rPr>
              <a:t>Nếu cross &gt; 0 thì </a:t>
            </a:r>
            <a:r>
              <a:rPr lang="vi-VN" sz="1800" b="1" strike="noStrike" spc="-1">
                <a:solidFill>
                  <a:schemeClr val="dk1"/>
                </a:solidFill>
                <a:latin typeface="Arial"/>
                <a:ea typeface="Readex Pro"/>
              </a:rPr>
              <a:t>rẽ trái</a:t>
            </a:r>
            <a:r>
              <a:rPr lang="vi-VN" sz="1800" b="0" strike="noStrike" spc="-1">
                <a:solidFill>
                  <a:schemeClr val="dk1"/>
                </a:solidFill>
                <a:latin typeface="Arial"/>
                <a:ea typeface="Readex Pro"/>
              </a:rPr>
              <a:t>, </a:t>
            </a:r>
            <a:endParaRPr lang="en-US" sz="1800" b="0" strike="noStrike" spc="-1">
              <a:solidFill>
                <a:srgbClr val="000000"/>
              </a:solidFill>
              <a:latin typeface="Arial"/>
              <a:ea typeface="Noto Sans CJK SC"/>
            </a:endParaRPr>
          </a:p>
          <a:p>
            <a:pPr marL="216000" indent="-216000">
              <a:lnSpc>
                <a:spcPct val="100000"/>
              </a:lnSpc>
              <a:spcBef>
                <a:spcPts val="850"/>
              </a:spcBef>
              <a:spcAft>
                <a:spcPts val="850"/>
              </a:spcAft>
              <a:buClr>
                <a:srgbClr val="000000"/>
              </a:buClr>
              <a:buSzPct val="45000"/>
              <a:buFont typeface="Wingdings" charset="2"/>
              <a:buChar char=""/>
            </a:pPr>
            <a:r>
              <a:rPr lang="vi-VN" sz="1800" b="0" strike="noStrike" spc="-1">
                <a:solidFill>
                  <a:schemeClr val="dk1"/>
                </a:solidFill>
                <a:latin typeface="Arial"/>
                <a:ea typeface="Readex Pro"/>
              </a:rPr>
              <a:t>Nếu cross &lt; 0 thì </a:t>
            </a:r>
            <a:r>
              <a:rPr lang="vi-VN" sz="1800" b="1" strike="noStrike" spc="-1">
                <a:solidFill>
                  <a:schemeClr val="dk1"/>
                </a:solidFill>
                <a:latin typeface="Arial"/>
                <a:ea typeface="Readex Pro"/>
              </a:rPr>
              <a:t>rẽ phải</a:t>
            </a:r>
            <a:endParaRPr lang="en-US" sz="1800" b="0" strike="noStrike" spc="-1">
              <a:solidFill>
                <a:srgbClr val="000000"/>
              </a:solidFill>
              <a:latin typeface="Arial"/>
              <a:ea typeface="Noto Sans CJK SC"/>
            </a:endParaRPr>
          </a:p>
          <a:p>
            <a:pPr marL="216000" indent="-216000">
              <a:lnSpc>
                <a:spcPct val="100000"/>
              </a:lnSpc>
              <a:spcBef>
                <a:spcPts val="850"/>
              </a:spcBef>
              <a:spcAft>
                <a:spcPts val="850"/>
              </a:spcAft>
              <a:buClr>
                <a:srgbClr val="000000"/>
              </a:buClr>
              <a:buSzPct val="45000"/>
              <a:buFont typeface="Wingdings" charset="2"/>
              <a:buChar char=""/>
            </a:pPr>
            <a:r>
              <a:rPr lang="vi-VN" sz="1800" b="0" strike="noStrike" spc="-1">
                <a:solidFill>
                  <a:schemeClr val="dk1"/>
                </a:solidFill>
                <a:latin typeface="Arial"/>
                <a:ea typeface="Readex Pro"/>
              </a:rPr>
              <a:t>Nếu cross ≈ 0 thì </a:t>
            </a:r>
            <a:r>
              <a:rPr lang="vi-VN" sz="1800" b="1" strike="noStrike" spc="-1">
                <a:solidFill>
                  <a:schemeClr val="dk1"/>
                </a:solidFill>
                <a:latin typeface="Arial"/>
                <a:ea typeface="Readex Pro"/>
              </a:rPr>
              <a:t>đi thẳng.</a:t>
            </a:r>
            <a:endParaRPr lang="en-US" sz="1800" b="0" strike="noStrike" spc="-1">
              <a:solidFill>
                <a:srgbClr val="000000"/>
              </a:solidFill>
              <a:latin typeface="Arial"/>
              <a:ea typeface="Noto Sans CJK SC"/>
            </a:endParaRPr>
          </a:p>
        </p:txBody>
      </p:sp>
      <p:sp>
        <p:nvSpPr>
          <p:cNvPr id="549" name="Straight Connector 548"/>
          <p:cNvSpPr/>
          <p:nvPr/>
        </p:nvSpPr>
        <p:spPr>
          <a:xfrm>
            <a:off x="7543800" y="4343400"/>
            <a:ext cx="457200" cy="0"/>
          </a:xfrm>
          <a:prstGeom prst="line">
            <a:avLst/>
          </a:prstGeom>
          <a:ln w="19080">
            <a:solidFill>
              <a:srgbClr val="000000"/>
            </a:solidFill>
            <a:round/>
            <a:tailEnd type="triangle" w="med" len="med"/>
          </a:ln>
        </p:spPr>
        <p:style>
          <a:lnRef idx="0">
            <a:scrgbClr r="0" g="0" b="0"/>
          </a:lnRef>
          <a:fillRef idx="0">
            <a:scrgbClr r="0" g="0" b="0"/>
          </a:fillRef>
          <a:effectRef idx="0">
            <a:scrgbClr r="0" g="0" b="0"/>
          </a:effectRef>
          <a:fontRef idx="minor"/>
        </p:style>
        <p:txBody>
          <a:bodyPr lIns="99360" tIns="-54360" rIns="99360" bIns="-54360" anchor="ctr">
            <a:noAutofit/>
          </a:bodyPr>
          <a:lstStyle/>
          <a:p>
            <a:endParaRPr lang="en-US" sz="1800" b="0" strike="noStrike" spc="-1">
              <a:solidFill>
                <a:srgbClr val="000000"/>
              </a:solidFill>
              <a:latin typeface="Arial"/>
            </a:endParaRPr>
          </a:p>
        </p:txBody>
      </p:sp>
    </p:spTree>
    <p:extLst>
      <p:ext uri="{BB962C8B-B14F-4D97-AF65-F5344CB8AC3E}">
        <p14:creationId xmlns:p14="http://schemas.microsoft.com/office/powerpoint/2010/main" val="1388355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p:cNvSpPr>
          <p:nvPr>
            <p:ph type="subTitle"/>
          </p:nvPr>
        </p:nvSpPr>
        <p:spPr>
          <a:xfrm>
            <a:off x="685800" y="1173600"/>
            <a:ext cx="11199240" cy="2234160"/>
          </a:xfrm>
          <a:prstGeom prst="rect">
            <a:avLst/>
          </a:prstGeom>
          <a:noFill/>
          <a:ln w="0">
            <a:noFill/>
          </a:ln>
        </p:spPr>
        <p:txBody>
          <a:bodyPr lIns="0" tIns="0" rIns="0" bIns="0" anchor="t">
            <a:noAutofit/>
          </a:bodyPr>
          <a:lstStyle/>
          <a:p>
            <a:pPr algn="just">
              <a:lnSpc>
                <a:spcPct val="115000"/>
              </a:lnSpc>
              <a:spcBef>
                <a:spcPts val="782"/>
              </a:spcBef>
              <a:spcAft>
                <a:spcPts val="283"/>
              </a:spcAft>
            </a:pPr>
            <a:r>
              <a:rPr lang="vi-VN" sz="2400" b="1" strike="noStrike" spc="-1">
                <a:solidFill>
                  <a:schemeClr val="dk1"/>
                </a:solidFill>
                <a:latin typeface="Arial"/>
                <a:ea typeface="Readex Pro"/>
              </a:rPr>
              <a:t>So sánh hiệu năng thuật toán tìm đường (Dijkstra và A*)</a:t>
            </a:r>
            <a:endParaRPr lang="en-US" sz="2400" b="0" strike="noStrike" spc="-1">
              <a:solidFill>
                <a:srgbClr val="000000"/>
              </a:solidFill>
              <a:latin typeface="Arial"/>
            </a:endParaRPr>
          </a:p>
          <a:p>
            <a:pPr marL="360000" indent="-216000" defTabSz="914400">
              <a:lnSpc>
                <a:spcPct val="115000"/>
              </a:lnSpc>
              <a:spcBef>
                <a:spcPts val="624"/>
              </a:spcBef>
              <a:spcAft>
                <a:spcPts val="425"/>
              </a:spcAft>
              <a:buClr>
                <a:srgbClr val="000000"/>
              </a:buClr>
              <a:buSzPct val="50000"/>
              <a:buFont typeface="Wingdings" charset="2"/>
              <a:buChar char=""/>
              <a:tabLst>
                <a:tab pos="0" algn="l"/>
              </a:tabLst>
            </a:pPr>
            <a:r>
              <a:rPr lang="vi-VN" sz="2400" b="0" strike="noStrike" spc="-1">
                <a:solidFill>
                  <a:schemeClr val="dk1"/>
                </a:solidFill>
                <a:latin typeface="Arial"/>
                <a:ea typeface="Readex Pro"/>
              </a:rPr>
              <a:t>Quá trình kiểm thử được thực hiện trên 100 cặp điểm ngẫu nhiên </a:t>
            </a:r>
            <a:endParaRPr lang="en-US" sz="2400" b="0" strike="noStrike" spc="-1">
              <a:solidFill>
                <a:srgbClr val="000000"/>
              </a:solidFill>
              <a:latin typeface="Arial"/>
            </a:endParaRPr>
          </a:p>
          <a:p>
            <a:pPr marL="360000" indent="-216000" defTabSz="914400">
              <a:lnSpc>
                <a:spcPct val="115000"/>
              </a:lnSpc>
              <a:spcBef>
                <a:spcPts val="624"/>
              </a:spcBef>
              <a:spcAft>
                <a:spcPts val="425"/>
              </a:spcAft>
              <a:buClr>
                <a:srgbClr val="000000"/>
              </a:buClr>
              <a:buSzPct val="50000"/>
              <a:buFont typeface="Wingdings" charset="2"/>
              <a:buChar char=""/>
              <a:tabLst>
                <a:tab pos="0" algn="l"/>
              </a:tabLst>
            </a:pPr>
            <a:r>
              <a:rPr lang="vi-VN" sz="2400" b="0" strike="noStrike" spc="-1">
                <a:solidFill>
                  <a:schemeClr val="dk1"/>
                </a:solidFill>
                <a:latin typeface="Arial"/>
                <a:ea typeface="Readex Pro"/>
              </a:rPr>
              <a:t>Các trường hợp cự ly ngắn (&lt;2.5km), cự ly dài (&gt;5km) và các khu vực có mạng lưới đường phức tạp</a:t>
            </a:r>
            <a:endParaRPr lang="en-US" sz="2400" b="0" strike="noStrike" spc="-1">
              <a:solidFill>
                <a:srgbClr val="000000"/>
              </a:solidFill>
              <a:latin typeface="Arial"/>
            </a:endParaRPr>
          </a:p>
        </p:txBody>
      </p:sp>
      <p:sp>
        <p:nvSpPr>
          <p:cNvPr id="551" name="Title 16"/>
          <p:cNvSpPr/>
          <p:nvPr/>
        </p:nvSpPr>
        <p:spPr>
          <a:xfrm>
            <a:off x="971640" y="356400"/>
            <a:ext cx="719784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4: </a:t>
            </a:r>
            <a:r>
              <a:rPr lang="en-US" sz="3600" b="1" strike="noStrike" spc="-1">
                <a:solidFill>
                  <a:srgbClr val="0070C0"/>
                </a:solidFill>
                <a:latin typeface="K2D"/>
                <a:ea typeface="Arial"/>
              </a:rPr>
              <a:t>Kết quả thực nghiệm: </a:t>
            </a:r>
            <a:endParaRPr lang="en-US" sz="3600" b="0" strike="noStrike" spc="-1">
              <a:solidFill>
                <a:srgbClr val="000000"/>
              </a:solidFill>
              <a:latin typeface="Arial"/>
            </a:endParaRPr>
          </a:p>
        </p:txBody>
      </p:sp>
      <p:graphicFrame>
        <p:nvGraphicFramePr>
          <p:cNvPr id="552" name="Table 551"/>
          <p:cNvGraphicFramePr/>
          <p:nvPr/>
        </p:nvGraphicFramePr>
        <p:xfrm>
          <a:off x="1999440" y="3375720"/>
          <a:ext cx="7689600" cy="2831040"/>
        </p:xfrm>
        <a:graphic>
          <a:graphicData uri="http://schemas.openxmlformats.org/drawingml/2006/table">
            <a:tbl>
              <a:tblPr/>
              <a:tblGrid>
                <a:gridCol w="3281760">
                  <a:extLst>
                    <a:ext uri="{9D8B030D-6E8A-4147-A177-3AD203B41FA5}">
                      <a16:colId xmlns:a16="http://schemas.microsoft.com/office/drawing/2014/main" val="20000"/>
                    </a:ext>
                  </a:extLst>
                </a:gridCol>
                <a:gridCol w="1445040">
                  <a:extLst>
                    <a:ext uri="{9D8B030D-6E8A-4147-A177-3AD203B41FA5}">
                      <a16:colId xmlns:a16="http://schemas.microsoft.com/office/drawing/2014/main" val="20001"/>
                    </a:ext>
                  </a:extLst>
                </a:gridCol>
                <a:gridCol w="1403640">
                  <a:extLst>
                    <a:ext uri="{9D8B030D-6E8A-4147-A177-3AD203B41FA5}">
                      <a16:colId xmlns:a16="http://schemas.microsoft.com/office/drawing/2014/main" val="20002"/>
                    </a:ext>
                  </a:extLst>
                </a:gridCol>
                <a:gridCol w="1559160">
                  <a:extLst>
                    <a:ext uri="{9D8B030D-6E8A-4147-A177-3AD203B41FA5}">
                      <a16:colId xmlns:a16="http://schemas.microsoft.com/office/drawing/2014/main" val="20003"/>
                    </a:ext>
                  </a:extLst>
                </a:gridCol>
              </a:tblGrid>
              <a:tr h="488160">
                <a:tc>
                  <a:txBody>
                    <a:bodyPr/>
                    <a:lstStyle/>
                    <a:p>
                      <a:pPr algn="ctr">
                        <a:lnSpc>
                          <a:spcPct val="100000"/>
                        </a:lnSpc>
                      </a:pPr>
                      <a:r>
                        <a:rPr lang="en-US" sz="2100" b="1" strike="noStrike" spc="-1">
                          <a:solidFill>
                            <a:srgbClr val="000000"/>
                          </a:solidFill>
                          <a:latin typeface="Arial"/>
                        </a:rPr>
                        <a:t>Tiêu chí</a:t>
                      </a:r>
                      <a:endParaRPr lang="en-US" sz="21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2100" b="1" strike="noStrike" spc="-1">
                          <a:solidFill>
                            <a:srgbClr val="000000"/>
                          </a:solidFill>
                          <a:latin typeface="Arial"/>
                        </a:rPr>
                        <a:t>Dijkstra</a:t>
                      </a:r>
                      <a:endParaRPr lang="en-US" sz="21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2100" b="1" strike="noStrike" spc="-1">
                          <a:solidFill>
                            <a:srgbClr val="000000"/>
                          </a:solidFill>
                          <a:latin typeface="Arial"/>
                        </a:rPr>
                        <a:t>A*</a:t>
                      </a:r>
                      <a:endParaRPr lang="en-US" sz="21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ctr">
                        <a:lnSpc>
                          <a:spcPct val="100000"/>
                        </a:lnSpc>
                      </a:pPr>
                      <a:r>
                        <a:rPr lang="en-US" sz="2100" b="1" strike="noStrike" spc="-1">
                          <a:solidFill>
                            <a:srgbClr val="000000"/>
                          </a:solidFill>
                          <a:latin typeface="Arial"/>
                        </a:rPr>
                        <a:t>Cải thiện</a:t>
                      </a:r>
                      <a:endParaRPr lang="en-US" sz="2100" b="0" strike="noStrike" spc="-1">
                        <a:solidFill>
                          <a:srgbClr val="000000"/>
                        </a:solidFill>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585720">
                <a:tc>
                  <a:txBody>
                    <a:bodyPr/>
                    <a:lstStyle/>
                    <a:p>
                      <a:pPr>
                        <a:lnSpc>
                          <a:spcPct val="100000"/>
                        </a:lnSpc>
                      </a:pPr>
                      <a:r>
                        <a:rPr lang="en-US" sz="2100" b="0" strike="noStrike" spc="-1">
                          <a:solidFill>
                            <a:srgbClr val="000000"/>
                          </a:solidFill>
                          <a:latin typeface="Arial"/>
                        </a:rPr>
                        <a:t>Thời gian trung bình (ms)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11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 36%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585720">
                <a:tc>
                  <a:txBody>
                    <a:bodyPr/>
                    <a:lstStyle/>
                    <a:p>
                      <a:pPr>
                        <a:lnSpc>
                          <a:spcPct val="100000"/>
                        </a:lnSpc>
                      </a:pPr>
                      <a:r>
                        <a:rPr lang="en-US" sz="2100" b="0" strike="noStrike" spc="-1">
                          <a:solidFill>
                            <a:srgbClr val="000000"/>
                          </a:solidFill>
                          <a:latin typeface="Arial"/>
                          <a:ea typeface="Noto Sans CJK SC"/>
                        </a:rPr>
                        <a:t>Cự ly ngắn </a:t>
                      </a:r>
                      <a:r>
                        <a:rPr lang="en-US" sz="2100" b="0" strike="noStrike" spc="-1">
                          <a:solidFill>
                            <a:srgbClr val="000000"/>
                          </a:solidFill>
                          <a:latin typeface="Arial"/>
                        </a:rPr>
                        <a:t>(ms)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6.1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4.7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 23%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586440">
                <a:tc>
                  <a:txBody>
                    <a:bodyPr/>
                    <a:lstStyle/>
                    <a:p>
                      <a:pPr>
                        <a:lnSpc>
                          <a:spcPct val="100000"/>
                        </a:lnSpc>
                      </a:pPr>
                      <a:r>
                        <a:rPr lang="en-US" sz="2100" b="0" strike="noStrike" spc="-1">
                          <a:solidFill>
                            <a:srgbClr val="000000"/>
                          </a:solidFill>
                          <a:latin typeface="Arial"/>
                          <a:ea typeface="Noto Sans CJK SC"/>
                        </a:rPr>
                        <a:t>Cự ly dài </a:t>
                      </a:r>
                      <a:r>
                        <a:rPr lang="en-US" sz="2100" b="0" strike="noStrike" spc="-1">
                          <a:solidFill>
                            <a:srgbClr val="000000"/>
                          </a:solidFill>
                          <a:latin typeface="Arial"/>
                        </a:rPr>
                        <a:t>(ms)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16.8</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9.5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 43%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585000">
                <a:tc>
                  <a:txBody>
                    <a:bodyPr/>
                    <a:lstStyle/>
                    <a:p>
                      <a:pPr>
                        <a:lnSpc>
                          <a:spcPct val="100000"/>
                        </a:lnSpc>
                      </a:pPr>
                      <a:r>
                        <a:rPr lang="en-US" sz="2100" b="0" strike="noStrike" spc="-1">
                          <a:solidFill>
                            <a:srgbClr val="000000"/>
                          </a:solidFill>
                          <a:latin typeface="Arial"/>
                        </a:rPr>
                        <a:t>Số nút duyệt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5015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1764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algn="r">
                        <a:lnSpc>
                          <a:spcPct val="100000"/>
                        </a:lnSpc>
                      </a:pPr>
                      <a:r>
                        <a:rPr lang="en-US" sz="2100" b="0" strike="noStrike" spc="-1">
                          <a:solidFill>
                            <a:srgbClr val="000000"/>
                          </a:solidFill>
                          <a:latin typeface="Arial"/>
                        </a:rPr>
                        <a:t>~ 65%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935953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p:cNvSpPr>
          <p:nvPr>
            <p:ph type="subTitle"/>
          </p:nvPr>
        </p:nvSpPr>
        <p:spPr>
          <a:xfrm>
            <a:off x="685800" y="1371600"/>
            <a:ext cx="11199240" cy="4928760"/>
          </a:xfrm>
          <a:prstGeom prst="rect">
            <a:avLst/>
          </a:prstGeom>
          <a:noFill/>
          <a:ln w="0">
            <a:noFill/>
          </a:ln>
        </p:spPr>
        <p:txBody>
          <a:bodyPr lIns="0" tIns="0" rIns="0" bIns="0" anchor="t">
            <a:noAutofit/>
          </a:bodyPr>
          <a:lstStyle/>
          <a:p>
            <a:pPr algn="just">
              <a:lnSpc>
                <a:spcPct val="115000"/>
              </a:lnSpc>
              <a:spcBef>
                <a:spcPts val="782"/>
              </a:spcBef>
              <a:spcAft>
                <a:spcPts val="283"/>
              </a:spcAft>
            </a:pPr>
            <a:r>
              <a:rPr lang="vi-VN" sz="2400" b="1" strike="noStrike" spc="-1">
                <a:solidFill>
                  <a:schemeClr val="dk1"/>
                </a:solidFill>
                <a:latin typeface="Arial"/>
                <a:ea typeface="Readex Pro"/>
              </a:rPr>
              <a:t>Kiểm thử thuật toán phát hiện trùng lặp (Fuzzy Matching)</a:t>
            </a:r>
            <a:endParaRPr lang="en-US" sz="2400" b="0" strike="noStrike" spc="-1">
              <a:solidFill>
                <a:srgbClr val="000000"/>
              </a:solidFill>
              <a:latin typeface="Arial"/>
            </a:endParaRPr>
          </a:p>
          <a:p>
            <a:pPr marL="360000" indent="-216000" defTabSz="914400">
              <a:lnSpc>
                <a:spcPct val="115000"/>
              </a:lnSpc>
              <a:spcBef>
                <a:spcPts val="624"/>
              </a:spcBef>
              <a:spcAft>
                <a:spcPts val="425"/>
              </a:spcAft>
              <a:buClr>
                <a:srgbClr val="000000"/>
              </a:buClr>
              <a:buSzPct val="50000"/>
              <a:buFont typeface="Wingdings" charset="2"/>
              <a:buChar char=""/>
              <a:tabLst>
                <a:tab pos="0" algn="l"/>
              </a:tabLst>
            </a:pPr>
            <a:r>
              <a:rPr lang="vi-VN" sz="2400" b="0" strike="noStrike" spc="-1">
                <a:solidFill>
                  <a:schemeClr val="dk1"/>
                </a:solidFill>
                <a:latin typeface="Arial"/>
                <a:ea typeface="Readex Pro"/>
              </a:rPr>
              <a:t>Hệ thống được thử nghiệm trên tập dữ liệu gồm </a:t>
            </a:r>
            <a:r>
              <a:rPr lang="vi-VN" sz="2400" b="1" strike="noStrike" spc="-1">
                <a:solidFill>
                  <a:schemeClr val="dk1"/>
                </a:solidFill>
                <a:latin typeface="Arial"/>
                <a:ea typeface="Readex Pro"/>
              </a:rPr>
              <a:t>50 cặp</a:t>
            </a:r>
            <a:r>
              <a:rPr lang="vi-VN" sz="2400" b="0" strike="noStrike" spc="-1">
                <a:solidFill>
                  <a:schemeClr val="dk1"/>
                </a:solidFill>
                <a:latin typeface="Arial"/>
                <a:ea typeface="Readex Pro"/>
              </a:rPr>
              <a:t> tên cửa hàng và tọa độ, trong đó có </a:t>
            </a:r>
            <a:r>
              <a:rPr lang="vi-VN" sz="2400" b="1" strike="noStrike" spc="-1">
                <a:solidFill>
                  <a:schemeClr val="dk1"/>
                </a:solidFill>
                <a:latin typeface="Arial"/>
                <a:ea typeface="Readex Pro"/>
              </a:rPr>
              <a:t>20 cặp</a:t>
            </a:r>
            <a:r>
              <a:rPr lang="vi-VN" sz="2400" b="0" strike="noStrike" spc="-1">
                <a:solidFill>
                  <a:schemeClr val="dk1"/>
                </a:solidFill>
                <a:latin typeface="Arial"/>
                <a:ea typeface="Readex Pro"/>
              </a:rPr>
              <a:t> trùng lặp và </a:t>
            </a:r>
            <a:r>
              <a:rPr lang="vi-VN" sz="2400" b="1" strike="noStrike" spc="-1">
                <a:solidFill>
                  <a:schemeClr val="dk1"/>
                </a:solidFill>
                <a:latin typeface="Arial"/>
                <a:ea typeface="Readex Pro"/>
              </a:rPr>
              <a:t>30 cặp</a:t>
            </a:r>
            <a:r>
              <a:rPr lang="vi-VN" sz="2400" b="0" strike="noStrike" spc="-1">
                <a:solidFill>
                  <a:schemeClr val="dk1"/>
                </a:solidFill>
                <a:latin typeface="Arial"/>
                <a:ea typeface="Readex Pro"/>
              </a:rPr>
              <a:t> độc lập.</a:t>
            </a:r>
            <a:endParaRPr lang="en-US" sz="2400" b="0" strike="noStrike" spc="-1">
              <a:solidFill>
                <a:srgbClr val="000000"/>
              </a:solidFill>
              <a:latin typeface="Arial"/>
            </a:endParaRPr>
          </a:p>
          <a:p>
            <a:pPr defTabSz="914400">
              <a:lnSpc>
                <a:spcPct val="115000"/>
              </a:lnSpc>
              <a:spcBef>
                <a:spcPts val="624"/>
              </a:spcBef>
              <a:spcAft>
                <a:spcPts val="425"/>
              </a:spcAft>
              <a:tabLst>
                <a:tab pos="0" algn="l"/>
              </a:tabLst>
            </a:pPr>
            <a:endParaRPr lang="en-US" sz="2400" b="0" strike="noStrike" spc="-1">
              <a:solidFill>
                <a:srgbClr val="000000"/>
              </a:solidFill>
              <a:latin typeface="Arial"/>
            </a:endParaRPr>
          </a:p>
          <a:p>
            <a:pPr marL="360000" indent="-216000" defTabSz="914400">
              <a:lnSpc>
                <a:spcPct val="115000"/>
              </a:lnSpc>
              <a:spcBef>
                <a:spcPts val="624"/>
              </a:spcBef>
              <a:spcAft>
                <a:spcPts val="425"/>
              </a:spcAft>
              <a:buClr>
                <a:srgbClr val="000000"/>
              </a:buClr>
              <a:buSzPct val="50000"/>
              <a:buFont typeface="Wingdings" charset="2"/>
              <a:buChar char=""/>
              <a:tabLst>
                <a:tab pos="0" algn="l"/>
              </a:tabLst>
            </a:pPr>
            <a:r>
              <a:rPr lang="vi-VN" sz="2400" b="1" strike="noStrike" spc="-1">
                <a:solidFill>
                  <a:schemeClr val="dk1"/>
                </a:solidFill>
                <a:latin typeface="Arial"/>
                <a:ea typeface="Readex Pro"/>
              </a:rPr>
              <a:t>Kết quả ghi nhận:</a:t>
            </a:r>
            <a:endParaRPr lang="en-US" sz="2400" b="0" strike="noStrike" spc="-1">
              <a:solidFill>
                <a:srgbClr val="000000"/>
              </a:solidFill>
              <a:latin typeface="Arial"/>
            </a:endParaRPr>
          </a:p>
          <a:p>
            <a:pPr marL="360000" lvl="1" indent="-216000" defTabSz="914400">
              <a:lnSpc>
                <a:spcPct val="115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Nhận diện đúng: </a:t>
            </a:r>
            <a:r>
              <a:rPr lang="vi-VN" sz="2400" b="1" strike="noStrike" spc="-1">
                <a:solidFill>
                  <a:schemeClr val="dk1"/>
                </a:solidFill>
                <a:latin typeface="Arial"/>
                <a:ea typeface="Readex Pro"/>
              </a:rPr>
              <a:t>16/20</a:t>
            </a:r>
            <a:r>
              <a:rPr lang="vi-VN" sz="2400" b="0" strike="noStrike" spc="-1">
                <a:solidFill>
                  <a:schemeClr val="dk1"/>
                </a:solidFill>
                <a:latin typeface="Arial"/>
                <a:ea typeface="Readex Pro"/>
              </a:rPr>
              <a:t> trường hợp</a:t>
            </a:r>
            <a:endParaRPr lang="en-US" sz="2400" b="0" strike="noStrike" spc="-1">
              <a:solidFill>
                <a:srgbClr val="000000"/>
              </a:solidFill>
              <a:latin typeface="Arial"/>
            </a:endParaRPr>
          </a:p>
          <a:p>
            <a:pPr marL="360000" lvl="1" indent="-216000" defTabSz="914400">
              <a:lnSpc>
                <a:spcPct val="115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Bỏ sót: </a:t>
            </a:r>
            <a:r>
              <a:rPr lang="vi-VN" sz="2400" b="1" strike="noStrike" spc="-1">
                <a:solidFill>
                  <a:schemeClr val="dk1"/>
                </a:solidFill>
                <a:latin typeface="Arial"/>
                <a:ea typeface="Readex Pro"/>
              </a:rPr>
              <a:t>4/20</a:t>
            </a:r>
            <a:r>
              <a:rPr lang="vi-VN" sz="2400" b="0" strike="noStrike" spc="-1">
                <a:solidFill>
                  <a:schemeClr val="dk1"/>
                </a:solidFill>
                <a:latin typeface="Arial"/>
                <a:ea typeface="Readex Pro"/>
              </a:rPr>
              <a:t> trường hợp</a:t>
            </a:r>
            <a:endParaRPr lang="en-US" sz="2400" b="0" strike="noStrike" spc="-1">
              <a:solidFill>
                <a:srgbClr val="000000"/>
              </a:solidFill>
              <a:latin typeface="Arial"/>
            </a:endParaRPr>
          </a:p>
          <a:p>
            <a:pPr marL="360000" lvl="1" indent="-216000" defTabSz="914400">
              <a:lnSpc>
                <a:spcPct val="115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Cảnh báo sai: </a:t>
            </a:r>
            <a:r>
              <a:rPr lang="vi-VN" sz="2400" b="1" strike="noStrike" spc="-1">
                <a:solidFill>
                  <a:schemeClr val="dk1"/>
                </a:solidFill>
                <a:latin typeface="Arial"/>
                <a:ea typeface="Readex Pro"/>
              </a:rPr>
              <a:t>0/30</a:t>
            </a:r>
            <a:r>
              <a:rPr lang="vi-VN" sz="2400" b="0" strike="noStrike" spc="-1">
                <a:solidFill>
                  <a:schemeClr val="dk1"/>
                </a:solidFill>
                <a:latin typeface="Arial"/>
                <a:ea typeface="Readex Pro"/>
              </a:rPr>
              <a:t> trường hợp</a:t>
            </a:r>
            <a:endParaRPr lang="en-US" sz="2400" b="0" strike="noStrike" spc="-1">
              <a:solidFill>
                <a:srgbClr val="000000"/>
              </a:solidFill>
              <a:latin typeface="Arial"/>
            </a:endParaRPr>
          </a:p>
          <a:p>
            <a:pPr marL="360000" lvl="1" indent="-216000" defTabSz="914400">
              <a:lnSpc>
                <a:spcPct val="115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Độ chính xác tổng thể: </a:t>
            </a:r>
            <a:r>
              <a:rPr lang="vi-VN" sz="2400" b="1" strike="noStrike" spc="-1">
                <a:solidFill>
                  <a:schemeClr val="dk1"/>
                </a:solidFill>
                <a:latin typeface="Arial"/>
                <a:ea typeface="Readex Pro"/>
              </a:rPr>
              <a:t>92%</a:t>
            </a:r>
            <a:endParaRPr lang="en-US" sz="2400" b="0" strike="noStrike" spc="-1">
              <a:solidFill>
                <a:srgbClr val="000000"/>
              </a:solidFill>
              <a:latin typeface="Arial"/>
            </a:endParaRPr>
          </a:p>
        </p:txBody>
      </p:sp>
      <p:sp>
        <p:nvSpPr>
          <p:cNvPr id="554" name="Title 17"/>
          <p:cNvSpPr/>
          <p:nvPr/>
        </p:nvSpPr>
        <p:spPr>
          <a:xfrm>
            <a:off x="971640" y="356400"/>
            <a:ext cx="742140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Kết quả thực nghiệm: </a:t>
            </a:r>
            <a:endParaRPr lang="en-US" sz="3600" b="0" strike="noStrike" spc="-1">
              <a:solidFill>
                <a:srgbClr val="000000"/>
              </a:solidFill>
              <a:latin typeface="Arial"/>
            </a:endParaRPr>
          </a:p>
        </p:txBody>
      </p:sp>
    </p:spTree>
    <p:extLst>
      <p:ext uri="{BB962C8B-B14F-4D97-AF65-F5344CB8AC3E}">
        <p14:creationId xmlns:p14="http://schemas.microsoft.com/office/powerpoint/2010/main" val="38707114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 name="PlaceHolder 1"/>
          <p:cNvSpPr>
            <a:spLocks noGrp="1"/>
          </p:cNvSpPr>
          <p:nvPr>
            <p:ph type="subTitle"/>
          </p:nvPr>
        </p:nvSpPr>
        <p:spPr>
          <a:xfrm>
            <a:off x="495360" y="1647000"/>
            <a:ext cx="11199240" cy="2592720"/>
          </a:xfrm>
          <a:prstGeom prst="rect">
            <a:avLst/>
          </a:prstGeom>
          <a:noFill/>
          <a:ln w="0">
            <a:noFill/>
          </a:ln>
        </p:spPr>
        <p:txBody>
          <a:bodyPr lIns="0" tIns="0" rIns="0" bIns="0" anchor="t">
            <a:noAutofit/>
          </a:bodyPr>
          <a:lstStyle/>
          <a:p>
            <a:pPr marL="360000" defTabSz="914400">
              <a:lnSpc>
                <a:spcPct val="115000"/>
              </a:lnSpc>
              <a:spcBef>
                <a:spcPts val="1474"/>
              </a:spcBef>
              <a:spcAft>
                <a:spcPts val="1276"/>
              </a:spcAft>
              <a:tabLst>
                <a:tab pos="0" algn="l"/>
              </a:tabLst>
            </a:pPr>
            <a:r>
              <a:rPr lang="vi-VN" sz="2400" b="1" strike="noStrike" spc="-1">
                <a:solidFill>
                  <a:schemeClr val="dk1"/>
                </a:solidFill>
                <a:latin typeface="Arial"/>
                <a:ea typeface="Readex Pro"/>
              </a:rPr>
              <a:t>Kiểm thử hiệu năng và độ ổn định</a:t>
            </a:r>
            <a:endParaRPr lang="en-US" sz="2400" b="0" strike="noStrike" spc="-1">
              <a:solidFill>
                <a:srgbClr val="000000"/>
              </a:solidFill>
              <a:latin typeface="Arial"/>
            </a:endParaRPr>
          </a:p>
          <a:p>
            <a:pPr marL="360000" defTabSz="914400">
              <a:lnSpc>
                <a:spcPct val="115000"/>
              </a:lnSpc>
              <a:spcBef>
                <a:spcPts val="1474"/>
              </a:spcBef>
              <a:spcAft>
                <a:spcPts val="1276"/>
              </a:spcAft>
              <a:tabLst>
                <a:tab pos="0" algn="l"/>
              </a:tabLst>
            </a:pPr>
            <a:r>
              <a:rPr lang="vi-VN" sz="2400" b="0" strike="noStrike" spc="-1">
                <a:solidFill>
                  <a:schemeClr val="dk1"/>
                </a:solidFill>
                <a:latin typeface="Arial"/>
                <a:ea typeface="Readex Pro"/>
              </a:rPr>
              <a:t>	Khi tải đồng thời hàng ngàn điểm cửa hàng, hệ thống vẫn đảm bảo thời gian render và phản hồi thao tác bản đồ dưới 500ms.</a:t>
            </a:r>
            <a:endParaRPr lang="en-US" sz="2400" b="0" strike="noStrike" spc="-1">
              <a:solidFill>
                <a:srgbClr val="000000"/>
              </a:solidFill>
              <a:latin typeface="Arial"/>
            </a:endParaRPr>
          </a:p>
        </p:txBody>
      </p:sp>
      <p:sp>
        <p:nvSpPr>
          <p:cNvPr id="556" name="Title 18"/>
          <p:cNvSpPr/>
          <p:nvPr/>
        </p:nvSpPr>
        <p:spPr>
          <a:xfrm>
            <a:off x="971640" y="356400"/>
            <a:ext cx="749952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Kết quả thực nghiệm: </a:t>
            </a:r>
            <a:endParaRPr lang="en-US" sz="3600" b="0" strike="noStrike" spc="-1">
              <a:solidFill>
                <a:srgbClr val="000000"/>
              </a:solidFill>
              <a:latin typeface="Arial"/>
            </a:endParaRPr>
          </a:p>
        </p:txBody>
      </p:sp>
    </p:spTree>
    <p:extLst>
      <p:ext uri="{BB962C8B-B14F-4D97-AF65-F5344CB8AC3E}">
        <p14:creationId xmlns:p14="http://schemas.microsoft.com/office/powerpoint/2010/main" val="4069231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 name="PlaceHolder 1"/>
          <p:cNvSpPr>
            <a:spLocks noGrp="1"/>
          </p:cNvSpPr>
          <p:nvPr>
            <p:ph type="subTitle"/>
          </p:nvPr>
        </p:nvSpPr>
        <p:spPr>
          <a:xfrm>
            <a:off x="448200" y="1316880"/>
            <a:ext cx="11289240" cy="4902840"/>
          </a:xfrm>
          <a:prstGeom prst="rect">
            <a:avLst/>
          </a:prstGeom>
          <a:noFill/>
          <a:ln w="0">
            <a:noFill/>
          </a:ln>
        </p:spPr>
        <p:txBody>
          <a:bodyPr lIns="0" tIns="0" rIns="0" bIns="0" anchor="ctr">
            <a:noAutofit/>
          </a:bodyPr>
          <a:lstStyle/>
          <a:p>
            <a:pPr marL="360000" defTabSz="914400">
              <a:lnSpc>
                <a:spcPct val="150000"/>
              </a:lnSpc>
              <a:spcBef>
                <a:spcPts val="624"/>
              </a:spcBef>
              <a:spcAft>
                <a:spcPts val="425"/>
              </a:spcAft>
              <a:tabLst>
                <a:tab pos="0" algn="l"/>
              </a:tabLst>
            </a:pPr>
            <a:r>
              <a:rPr lang="vi-VN" sz="2400" b="1" strike="noStrike" spc="-1">
                <a:solidFill>
                  <a:schemeClr val="dk1"/>
                </a:solidFill>
                <a:latin typeface="Arial"/>
                <a:ea typeface="Readex Pro"/>
              </a:rPr>
              <a:t>Kiểm thử mô hình AI và xử lý ngôn ngữ</a:t>
            </a:r>
            <a:endParaRPr lang="en-US" sz="2400" b="0" strike="noStrike" spc="-1">
              <a:solidFill>
                <a:srgbClr val="000000"/>
              </a:solidFill>
              <a:latin typeface="Arial"/>
            </a:endParaRPr>
          </a:p>
          <a:p>
            <a:pPr marL="360000" defTabSz="914400">
              <a:lnSpc>
                <a:spcPct val="150000"/>
              </a:lnSpc>
              <a:spcBef>
                <a:spcPts val="624"/>
              </a:spcBef>
              <a:spcAft>
                <a:spcPts val="425"/>
              </a:spcAft>
              <a:tabLst>
                <a:tab pos="0" algn="l"/>
              </a:tabLst>
            </a:pPr>
            <a:r>
              <a:rPr lang="vi-VN" sz="2400" b="0" strike="noStrike" spc="-1">
                <a:solidFill>
                  <a:schemeClr val="dk1"/>
                </a:solidFill>
                <a:latin typeface="Arial"/>
                <a:ea typeface="Readex Pro"/>
              </a:rPr>
              <a:t>Quá trình kiểm thử được thực hiện bằng cách tải lên </a:t>
            </a:r>
            <a:r>
              <a:rPr lang="vi-VN" sz="2400" b="1" strike="noStrike" spc="-1">
                <a:solidFill>
                  <a:schemeClr val="dk1"/>
                </a:solidFill>
                <a:latin typeface="Arial"/>
                <a:ea typeface="Readex Pro"/>
              </a:rPr>
              <a:t>100</a:t>
            </a:r>
            <a:r>
              <a:rPr lang="vi-VN" sz="2400" b="0" strike="noStrike" spc="-1">
                <a:solidFill>
                  <a:schemeClr val="dk1"/>
                </a:solidFill>
                <a:latin typeface="Arial"/>
                <a:ea typeface="Readex Pro"/>
              </a:rPr>
              <a:t> ảnh thực tế có kích thước từ</a:t>
            </a:r>
            <a:r>
              <a:rPr lang="vi-VN" sz="2400" b="1" strike="noStrike" spc="-1">
                <a:solidFill>
                  <a:schemeClr val="dk1"/>
                </a:solidFill>
                <a:latin typeface="Arial"/>
                <a:ea typeface="Readex Pro"/>
              </a:rPr>
              <a:t> 2MB </a:t>
            </a:r>
            <a:r>
              <a:rPr lang="vi-VN" sz="2400" b="0" strike="noStrike" spc="-1">
                <a:solidFill>
                  <a:schemeClr val="dk1"/>
                </a:solidFill>
                <a:latin typeface="Arial"/>
                <a:ea typeface="Readex Pro"/>
              </a:rPr>
              <a:t>đến </a:t>
            </a:r>
            <a:r>
              <a:rPr lang="vi-VN" sz="2400" b="1" strike="noStrike" spc="-1">
                <a:solidFill>
                  <a:schemeClr val="dk1"/>
                </a:solidFill>
                <a:latin typeface="Arial"/>
                <a:ea typeface="Readex Pro"/>
              </a:rPr>
              <a:t>10MB</a:t>
            </a:r>
            <a:endParaRPr lang="en-US" sz="2400" b="0" strike="noStrike" spc="-1">
              <a:solidFill>
                <a:srgbClr val="000000"/>
              </a:solidFill>
              <a:latin typeface="Arial"/>
            </a:endParaRPr>
          </a:p>
          <a:p>
            <a:pPr marL="360000" lvl="1" indent="-216000" defTabSz="914400">
              <a:lnSpc>
                <a:spcPct val="150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Trích xuất EXIF:  ∼10−15 ms</a:t>
            </a:r>
            <a:endParaRPr lang="en-US" sz="2400" b="0" strike="noStrike" spc="-1">
              <a:solidFill>
                <a:srgbClr val="000000"/>
              </a:solidFill>
              <a:latin typeface="Arial"/>
            </a:endParaRPr>
          </a:p>
          <a:p>
            <a:pPr marL="360000" lvl="1" indent="-216000" defTabSz="914400">
              <a:lnSpc>
                <a:spcPct val="150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OCR (GPU):	&lt; 0.8 giây/ảnh</a:t>
            </a:r>
            <a:endParaRPr lang="en-US" sz="2400" b="0" strike="noStrike" spc="-1">
              <a:solidFill>
                <a:srgbClr val="000000"/>
              </a:solidFill>
              <a:latin typeface="Arial"/>
            </a:endParaRPr>
          </a:p>
          <a:p>
            <a:pPr marL="360000" lvl="1" indent="-216000" defTabSz="914400">
              <a:lnSpc>
                <a:spcPct val="150000"/>
              </a:lnSpc>
              <a:spcBef>
                <a:spcPts val="624"/>
              </a:spcBef>
              <a:spcAft>
                <a:spcPts val="425"/>
              </a:spcAft>
              <a:buClr>
                <a:srgbClr val="000000"/>
              </a:buClr>
              <a:buSzPct val="45000"/>
              <a:buFont typeface="Wingdings" charset="2"/>
              <a:buChar char=""/>
              <a:tabLst>
                <a:tab pos="0" algn="l"/>
              </a:tabLst>
            </a:pPr>
            <a:r>
              <a:rPr lang="vi-VN" sz="2400" b="0" strike="noStrike" spc="-1">
                <a:solidFill>
                  <a:schemeClr val="dk1"/>
                </a:solidFill>
                <a:latin typeface="Arial"/>
                <a:ea typeface="Readex Pro"/>
              </a:rPr>
              <a:t>NLP:	1.8→9.1 giây tùy độ phức tạp</a:t>
            </a:r>
            <a:endParaRPr lang="en-US" sz="2400" b="0" strike="noStrike" spc="-1">
              <a:solidFill>
                <a:srgbClr val="000000"/>
              </a:solidFill>
              <a:latin typeface="Arial"/>
            </a:endParaRPr>
          </a:p>
          <a:p>
            <a:pPr marL="360000" indent="-216000" defTabSz="914400">
              <a:lnSpc>
                <a:spcPct val="150000"/>
              </a:lnSpc>
              <a:spcBef>
                <a:spcPts val="624"/>
              </a:spcBef>
              <a:spcAft>
                <a:spcPts val="425"/>
              </a:spcAft>
              <a:buClr>
                <a:srgbClr val="000000"/>
              </a:buClr>
              <a:buSzPct val="50000"/>
              <a:buFont typeface="Wingdings" charset="2"/>
              <a:buChar char=""/>
              <a:tabLst>
                <a:tab pos="0" algn="l"/>
              </a:tabLst>
            </a:pPr>
            <a:r>
              <a:rPr lang="vi-VN" sz="2400" b="0" strike="noStrike" spc="-1">
                <a:solidFill>
                  <a:schemeClr val="dk1"/>
                </a:solidFill>
                <a:latin typeface="Arial"/>
                <a:ea typeface="Readex Pro"/>
              </a:rPr>
              <a:t>Tổng thời gian xử lý trung bình dao động từ 3.5 đến 4.5 giây</a:t>
            </a:r>
            <a:endParaRPr lang="en-US" sz="2400" b="0" strike="noStrike" spc="-1">
              <a:solidFill>
                <a:srgbClr val="000000"/>
              </a:solidFill>
              <a:latin typeface="Arial"/>
            </a:endParaRPr>
          </a:p>
        </p:txBody>
      </p:sp>
      <p:sp>
        <p:nvSpPr>
          <p:cNvPr id="558" name="Title 19"/>
          <p:cNvSpPr/>
          <p:nvPr/>
        </p:nvSpPr>
        <p:spPr>
          <a:xfrm>
            <a:off x="971640" y="356400"/>
            <a:ext cx="748512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Kết quả thực nghiệm</a:t>
            </a:r>
            <a:endParaRPr lang="en-US" sz="3600" b="0" strike="noStrike" spc="-1">
              <a:solidFill>
                <a:srgbClr val="000000"/>
              </a:solidFill>
              <a:latin typeface="Arial"/>
            </a:endParaRPr>
          </a:p>
        </p:txBody>
      </p:sp>
    </p:spTree>
    <p:extLst>
      <p:ext uri="{BB962C8B-B14F-4D97-AF65-F5344CB8AC3E}">
        <p14:creationId xmlns:p14="http://schemas.microsoft.com/office/powerpoint/2010/main" val="32961024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p:cNvSpPr>
          <p:nvPr>
            <p:ph type="subTitle"/>
          </p:nvPr>
        </p:nvSpPr>
        <p:spPr>
          <a:xfrm>
            <a:off x="685800" y="1245600"/>
            <a:ext cx="11199240" cy="5085360"/>
          </a:xfrm>
          <a:prstGeom prst="rect">
            <a:avLst/>
          </a:prstGeom>
          <a:noFill/>
          <a:ln w="0">
            <a:noFill/>
          </a:ln>
        </p:spPr>
        <p:txBody>
          <a:bodyPr lIns="0" tIns="0" rIns="0" bIns="0" anchor="t">
            <a:noAutofit/>
          </a:bodyPr>
          <a:lstStyle/>
          <a:p>
            <a:pPr marL="360000" indent="-216000" defTabSz="914400">
              <a:lnSpc>
                <a:spcPct val="150000"/>
              </a:lnSpc>
              <a:spcBef>
                <a:spcPts val="624"/>
              </a:spcBef>
              <a:spcAft>
                <a:spcPts val="425"/>
              </a:spcAft>
              <a:buClr>
                <a:srgbClr val="000000"/>
              </a:buClr>
              <a:buSzPct val="50000"/>
              <a:buFont typeface="Wingdings" charset="2"/>
              <a:buChar char=""/>
              <a:tabLst>
                <a:tab pos="0" algn="l"/>
              </a:tabLst>
            </a:pPr>
            <a:r>
              <a:rPr lang="vi-VN" sz="2200" b="0" strike="noStrike" spc="-1">
                <a:solidFill>
                  <a:schemeClr val="dk1"/>
                </a:solidFill>
                <a:latin typeface="Arial"/>
                <a:ea typeface="Readex Pro"/>
              </a:rPr>
              <a:t>Xây dựng đồ thị trọng số động, tích hợp dữ liệu kẹt xe thời gian thực, hỗ trợ đa phương tiện</a:t>
            </a:r>
            <a:endParaRPr lang="en-US" sz="2200" b="0" strike="noStrike" spc="-1">
              <a:solidFill>
                <a:srgbClr val="000000"/>
              </a:solidFill>
              <a:latin typeface="Arial"/>
            </a:endParaRPr>
          </a:p>
          <a:p>
            <a:pPr marL="360000" indent="-216000" defTabSz="914400">
              <a:lnSpc>
                <a:spcPct val="150000"/>
              </a:lnSpc>
              <a:spcBef>
                <a:spcPts val="624"/>
              </a:spcBef>
              <a:spcAft>
                <a:spcPts val="425"/>
              </a:spcAft>
              <a:buClr>
                <a:srgbClr val="000000"/>
              </a:buClr>
              <a:buSzPct val="50000"/>
              <a:buFont typeface="Wingdings" charset="2"/>
              <a:buChar char=""/>
              <a:tabLst>
                <a:tab pos="0" algn="l"/>
              </a:tabLst>
            </a:pPr>
            <a:r>
              <a:rPr lang="vi-VN" sz="2200" b="0" strike="noStrike" spc="-1">
                <a:solidFill>
                  <a:schemeClr val="dk1"/>
                </a:solidFill>
                <a:latin typeface="Arial"/>
                <a:ea typeface="Readex Pro"/>
              </a:rPr>
              <a:t>Phát triển luồng chỉ đường bằng giọng nói</a:t>
            </a:r>
            <a:endParaRPr lang="en-US" sz="2200" b="0" strike="noStrike" spc="-1">
              <a:solidFill>
                <a:srgbClr val="000000"/>
              </a:solidFill>
              <a:latin typeface="Arial"/>
            </a:endParaRPr>
          </a:p>
          <a:p>
            <a:pPr marL="360000" indent="-216000" defTabSz="914400">
              <a:lnSpc>
                <a:spcPct val="150000"/>
              </a:lnSpc>
              <a:spcBef>
                <a:spcPts val="624"/>
              </a:spcBef>
              <a:spcAft>
                <a:spcPts val="425"/>
              </a:spcAft>
              <a:buClr>
                <a:srgbClr val="000000"/>
              </a:buClr>
              <a:buSzPct val="50000"/>
              <a:buFont typeface="Wingdings" charset="2"/>
              <a:buChar char=""/>
              <a:tabLst>
                <a:tab pos="0" algn="l"/>
              </a:tabLst>
            </a:pPr>
            <a:r>
              <a:rPr lang="vi-VN" sz="2200" b="0" strike="noStrike" spc="-1">
                <a:solidFill>
                  <a:schemeClr val="dk1"/>
                </a:solidFill>
                <a:latin typeface="Arial"/>
                <a:ea typeface="Readex Pro"/>
              </a:rPr>
              <a:t>Tích hợp thêm các mô hình học máy phân tích cảm xúc đánh giá/bình luận của người dùng để kiến tạo hệ thống gợi ý</a:t>
            </a:r>
            <a:endParaRPr lang="en-US" sz="2200" b="0" strike="noStrike" spc="-1">
              <a:solidFill>
                <a:srgbClr val="000000"/>
              </a:solidFill>
              <a:latin typeface="Arial"/>
            </a:endParaRPr>
          </a:p>
          <a:p>
            <a:pPr marL="360000" indent="-216000" defTabSz="914400">
              <a:lnSpc>
                <a:spcPct val="150000"/>
              </a:lnSpc>
              <a:spcBef>
                <a:spcPts val="624"/>
              </a:spcBef>
              <a:spcAft>
                <a:spcPts val="425"/>
              </a:spcAft>
              <a:buClr>
                <a:srgbClr val="000000"/>
              </a:buClr>
              <a:buSzPct val="50000"/>
              <a:buFont typeface="Wingdings" charset="2"/>
              <a:buChar char=""/>
              <a:tabLst>
                <a:tab pos="0" algn="l"/>
              </a:tabLst>
            </a:pPr>
            <a:r>
              <a:rPr lang="vi-VN" sz="2200" b="0" strike="noStrike" spc="-1">
                <a:solidFill>
                  <a:schemeClr val="dk1"/>
                </a:solidFill>
                <a:latin typeface="Arial"/>
                <a:ea typeface="Readex Pro"/>
              </a:rPr>
              <a:t>Huấn luyện chuyên sâu hơn luồng xử lý ngôn ngữ tự nhiên để tiến tới khả năng tri thức hóa không gian nhằm chống giả mạo vị trí</a:t>
            </a:r>
            <a:endParaRPr lang="en-US" sz="2200" b="0" strike="noStrike" spc="-1">
              <a:solidFill>
                <a:srgbClr val="000000"/>
              </a:solidFill>
              <a:latin typeface="Arial"/>
            </a:endParaRPr>
          </a:p>
          <a:p>
            <a:pPr marL="360000" defTabSz="914400">
              <a:lnSpc>
                <a:spcPct val="150000"/>
              </a:lnSpc>
              <a:spcBef>
                <a:spcPts val="624"/>
              </a:spcBef>
              <a:spcAft>
                <a:spcPts val="425"/>
              </a:spcAft>
              <a:tabLst>
                <a:tab pos="0" algn="l"/>
              </a:tabLst>
            </a:pPr>
            <a:endParaRPr lang="en-US" sz="2200" b="0" strike="noStrike" spc="-1">
              <a:solidFill>
                <a:srgbClr val="000000"/>
              </a:solidFill>
              <a:latin typeface="Arial"/>
            </a:endParaRPr>
          </a:p>
        </p:txBody>
      </p:sp>
      <p:sp>
        <p:nvSpPr>
          <p:cNvPr id="560" name="Title 20"/>
          <p:cNvSpPr/>
          <p:nvPr/>
        </p:nvSpPr>
        <p:spPr>
          <a:xfrm>
            <a:off x="971640" y="356400"/>
            <a:ext cx="6341400" cy="701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nSpc>
                <a:spcPct val="90000"/>
              </a:lnSpc>
            </a:pPr>
            <a:r>
              <a:rPr lang="vi-VN" sz="3600" b="1" strike="noStrike" spc="-1">
                <a:solidFill>
                  <a:srgbClr val="0070C0"/>
                </a:solidFill>
                <a:latin typeface="K2D"/>
                <a:ea typeface="Arial"/>
              </a:rPr>
              <a:t>Phần 3: </a:t>
            </a:r>
            <a:r>
              <a:rPr lang="en-US" sz="3600" b="1" strike="noStrike" spc="-1">
                <a:solidFill>
                  <a:srgbClr val="0070C0"/>
                </a:solidFill>
                <a:latin typeface="K2D"/>
                <a:ea typeface="Arial"/>
              </a:rPr>
              <a:t>Hướng phát triển</a:t>
            </a:r>
            <a:endParaRPr lang="en-US" sz="3600" b="0" strike="noStrike" spc="-1">
              <a:solidFill>
                <a:srgbClr val="000000"/>
              </a:solidFill>
              <a:latin typeface="Arial"/>
            </a:endParaRPr>
          </a:p>
        </p:txBody>
      </p:sp>
    </p:spTree>
    <p:extLst>
      <p:ext uri="{BB962C8B-B14F-4D97-AF65-F5344CB8AC3E}">
        <p14:creationId xmlns:p14="http://schemas.microsoft.com/office/powerpoint/2010/main" val="16376951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PlaceHolder 1"/>
          <p:cNvSpPr>
            <a:spLocks noGrp="1"/>
          </p:cNvSpPr>
          <p:nvPr>
            <p:ph type="title"/>
          </p:nvPr>
        </p:nvSpPr>
        <p:spPr>
          <a:xfrm>
            <a:off x="1443600" y="1773360"/>
            <a:ext cx="10027440" cy="16534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3600" b="0" strike="noStrike" spc="-1">
                <a:solidFill>
                  <a:schemeClr val="lt1"/>
                </a:solidFill>
                <a:latin typeface="Times New Roman"/>
              </a:rPr>
              <a:t>DEMO</a:t>
            </a:r>
            <a:endParaRPr lang="en-US" sz="3600" b="0" strike="noStrike" spc="-1">
              <a:solidFill>
                <a:srgbClr val="FFFFFF"/>
              </a:solidFill>
              <a:latin typeface="Arial"/>
            </a:endParaRPr>
          </a:p>
        </p:txBody>
      </p:sp>
    </p:spTree>
    <p:extLst>
      <p:ext uri="{BB962C8B-B14F-4D97-AF65-F5344CB8AC3E}">
        <p14:creationId xmlns:p14="http://schemas.microsoft.com/office/powerpoint/2010/main" val="32614895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p:cNvSpPr>
          <p:nvPr>
            <p:ph type="title"/>
          </p:nvPr>
        </p:nvSpPr>
        <p:spPr>
          <a:xfrm>
            <a:off x="1076040" y="1773360"/>
            <a:ext cx="11195280" cy="1654200"/>
          </a:xfrm>
          <a:prstGeom prst="rect">
            <a:avLst/>
          </a:prstGeom>
          <a:noFill/>
          <a:ln w="0">
            <a:noFill/>
          </a:ln>
        </p:spPr>
        <p:txBody>
          <a:bodyPr lIns="91440" tIns="45720" rIns="91440" bIns="45720" anchor="b">
            <a:noAutofit/>
          </a:bodyPr>
          <a:lstStyle/>
          <a:p>
            <a:pPr indent="0" algn="ctr">
              <a:lnSpc>
                <a:spcPct val="90000"/>
              </a:lnSpc>
              <a:buNone/>
              <a:tabLst>
                <a:tab pos="0" algn="l"/>
              </a:tabLst>
            </a:pPr>
            <a:r>
              <a:rPr lang="vi-VN" sz="3400" b="1" strike="noStrike" spc="-1">
                <a:solidFill>
                  <a:schemeClr val="lt1"/>
                </a:solidFill>
                <a:latin typeface="Times New Roman"/>
                <a:ea typeface="Times New Roman"/>
              </a:rPr>
              <a:t>CẢ</a:t>
            </a:r>
            <a:r>
              <a:rPr lang="en-US" sz="3400" b="1" strike="noStrike" spc="-1">
                <a:solidFill>
                  <a:schemeClr val="lt1"/>
                </a:solidFill>
                <a:latin typeface="Times New Roman"/>
                <a:ea typeface="Times New Roman"/>
              </a:rPr>
              <a:t>M ƠN </a:t>
            </a:r>
            <a:r>
              <a:rPr lang="vi-VN" sz="3400" b="1" strike="noStrike" spc="-1">
                <a:solidFill>
                  <a:schemeClr val="lt1"/>
                </a:solidFill>
                <a:latin typeface="Times New Roman"/>
                <a:ea typeface="Times New Roman"/>
              </a:rPr>
              <a:t>THẦY</a:t>
            </a:r>
            <a:r>
              <a:rPr lang="en-US" sz="3400" b="1" strike="noStrike" spc="-1">
                <a:solidFill>
                  <a:schemeClr val="lt1"/>
                </a:solidFill>
                <a:latin typeface="Times New Roman"/>
                <a:ea typeface="Times New Roman"/>
              </a:rPr>
              <a:t> </a:t>
            </a:r>
            <a:r>
              <a:rPr lang="vi-VN" sz="3400" b="1" strike="noStrike" spc="-1">
                <a:solidFill>
                  <a:schemeClr val="lt1"/>
                </a:solidFill>
                <a:latin typeface="Times New Roman"/>
                <a:ea typeface="Times New Roman"/>
              </a:rPr>
              <a:t>CÔ</a:t>
            </a:r>
            <a:r>
              <a:rPr lang="en-US" sz="3400" b="1" strike="noStrike" spc="-1">
                <a:solidFill>
                  <a:schemeClr val="lt1"/>
                </a:solidFill>
                <a:latin typeface="Times New Roman"/>
                <a:ea typeface="Times New Roman"/>
              </a:rPr>
              <a:t> VÀ CÁC BẠN ĐÃ LẮNG NGHE!</a:t>
            </a:r>
            <a:endParaRPr lang="en-US" sz="3400" b="0" strike="noStrike" spc="-1">
              <a:solidFill>
                <a:srgbClr val="FFFFFF"/>
              </a:solidFill>
              <a:latin typeface="Arial"/>
            </a:endParaRPr>
          </a:p>
        </p:txBody>
      </p:sp>
    </p:spTree>
    <p:extLst>
      <p:ext uri="{BB962C8B-B14F-4D97-AF65-F5344CB8AC3E}">
        <p14:creationId xmlns:p14="http://schemas.microsoft.com/office/powerpoint/2010/main" val="31792798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5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10065</TotalTime>
  <Words>3503</Words>
  <Application>Microsoft Office PowerPoint</Application>
  <PresentationFormat>Widescreen</PresentationFormat>
  <Paragraphs>498</Paragraphs>
  <Slides>57</Slides>
  <Notes>15</Notes>
  <HiddenSlides>7</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57</vt:i4>
      </vt:variant>
    </vt:vector>
  </HeadingPairs>
  <TitlesOfParts>
    <vt:vector size="68" baseType="lpstr">
      <vt:lpstr>Wingdings</vt:lpstr>
      <vt:lpstr>Barlow</vt:lpstr>
      <vt:lpstr>K2D</vt:lpstr>
      <vt:lpstr>Calibri</vt:lpstr>
      <vt:lpstr>Arial</vt:lpstr>
      <vt:lpstr>Times New Roman</vt:lpstr>
      <vt:lpstr>Symbol</vt:lpstr>
      <vt:lpstr>Readex Pro</vt:lpstr>
      <vt:lpstr>Office Theme</vt:lpstr>
      <vt:lpstr>1_Office Theme</vt:lpstr>
      <vt:lpstr>5_Office Theme</vt:lpstr>
      <vt:lpstr>PowerPoint Presentation</vt:lpstr>
      <vt:lpstr>Tổng quan bài báo cáo</vt:lpstr>
      <vt:lpstr>Phần 1: Đặt vấn đề và mục tiêu </vt:lpstr>
      <vt:lpstr>Phần 1: Tổng quan</vt:lpstr>
      <vt:lpstr>Phần 2: Kiến trúc hệ thống và thực nghiệm</vt:lpstr>
      <vt:lpstr>PowerPoint Presentation</vt:lpstr>
      <vt:lpstr>Phần 2: Sơ đồ tổng quát quy trình trích xuất thông tin</vt:lpstr>
      <vt:lpstr>PowerPoint Presentation</vt:lpstr>
      <vt:lpstr>Phần 2: Xây dựng dữ liệu và thực nghiệm mô hình </vt:lpstr>
      <vt:lpstr>Hình ảnh minh họa quá trình gáng nhãn</vt:lpstr>
      <vt:lpstr>Chuẩn bị dữ liệu và kịch bản huấn luyện YOLOv8</vt:lpstr>
      <vt:lpstr>Kết quả thực nghiệm của 6 kịch bản huấn luyện</vt:lpstr>
      <vt:lpstr>Ma trận nhầm lẫn (Confusion Matrix)</vt:lpstr>
      <vt:lpstr>Kết quả thực nghiệm trên tập test</vt:lpstr>
      <vt:lpstr>Phần 2: So sánh thuật toán phát hiện vùng chữ (Text Detection)</vt:lpstr>
      <vt:lpstr>Hình so sánh kết quả nhận dạng vùng chứa chữ</vt:lpstr>
      <vt:lpstr>Hình so sánh kết quả nhận dạng vùng chứa chữ</vt:lpstr>
      <vt:lpstr>Hình so sánh kết quả nhận dạng vùng chứa chữ</vt:lpstr>
      <vt:lpstr>Phần 2: Dữ liệu tinh chỉnh VietOCR</vt:lpstr>
      <vt:lpstr>Một số hình ảnh dữ liệu cho VietOCR</vt:lpstr>
      <vt:lpstr>Phần 2: Kịch bản huấn luyện và kết quả nhận dạng (VietOCR)</vt:lpstr>
      <vt:lpstr>PowerPoint Presentation</vt:lpstr>
      <vt:lpstr>Phần 2: Bóc tách ngữ nghĩa với LLM Qwen 0.5B</vt:lpstr>
      <vt:lpstr>Phần 2: Dữ liệu mô hình ngôn ngữ lớn.</vt:lpstr>
      <vt:lpstr>Kết quả thực nghiệm mô hình ngôn ngữ lớn</vt:lpstr>
      <vt:lpstr>Phần 2: Dữ liệu phân loại danh mục</vt:lpstr>
      <vt:lpstr>Bảng dữ tổng quan các lớp dữ liệu của mô hình phân loại</vt:lpstr>
      <vt:lpstr>Bảng dữ liệu thực tế của mô hình phân loại</vt:lpstr>
      <vt:lpstr>Tiền xử lý NLP và huấn luyện mô hình</vt:lpstr>
      <vt:lpstr>Phần 2: Quá trình huấn luyện mô hình phân loại</vt:lpstr>
      <vt:lpstr>Biểu đồ độ chính xác của các mô hình</vt:lpstr>
      <vt:lpstr>PowerPoint Presentation</vt:lpstr>
      <vt:lpstr>Phần 2: Đánh giá thời gian xử lý hệ thống</vt:lpstr>
      <vt:lpstr>Phần 2: Kết quả kiểm thử độ chính xác của hệ thống</vt:lpstr>
      <vt:lpstr>Kết quả đạt được </vt:lpstr>
      <vt:lpstr>Hạn chế </vt:lpstr>
      <vt:lpstr>Hướng phát triển </vt:lpstr>
      <vt:lpstr>PHẦN 3:</vt:lpstr>
      <vt:lpstr>Phần 3: Nội dung trình bày </vt:lpstr>
      <vt:lpstr>Phần 3: Mục tiêu phân hệ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DEMO</vt:lpstr>
      <vt:lpstr>CẢM ƠN THẦY CÔ VÀ CÁC BẠN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Chí Hiếu Trần</dc:creator>
  <cp:lastModifiedBy>Chí Hiếu Trần</cp:lastModifiedBy>
  <cp:revision>432</cp:revision>
  <dcterms:modified xsi:type="dcterms:W3CDTF">2026-04-24T07:19:55Z</dcterms:modified>
</cp:coreProperties>
</file>